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9" r:id="rId6"/>
    <p:sldId id="257" r:id="rId7"/>
    <p:sldId id="266" r:id="rId8"/>
    <p:sldId id="270" r:id="rId9"/>
    <p:sldId id="274" r:id="rId10"/>
    <p:sldId id="271" r:id="rId11"/>
    <p:sldId id="260" r:id="rId12"/>
    <p:sldId id="259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1B46E-22B2-4721-950C-8704487586DC}">
      <dgm:prSet phldrT="[Text]" custT="1"/>
      <dgm:spPr/>
      <dgm:t>
        <a:bodyPr/>
        <a:lstStyle/>
        <a:p>
          <a:r>
            <a:rPr lang="en-US" sz="1600" dirty="0"/>
            <a:t>STRENGTHS</a:t>
          </a:r>
        </a:p>
      </dgm:t>
    </dgm:pt>
    <dgm:pt modelId="{E8A66543-CC4D-4785-A93E-5B125E09F826}" type="parTrans" cxnId="{2C8317B2-2EBB-4589-86EA-C77B3B6E81AA}">
      <dgm:prSet/>
      <dgm:spPr/>
      <dgm:t>
        <a:bodyPr/>
        <a:lstStyle/>
        <a:p>
          <a:endParaRPr lang="en-US"/>
        </a:p>
      </dgm:t>
    </dgm:pt>
    <dgm:pt modelId="{A7E2530A-34E2-4E9F-BC78-8920BA140C41}" type="sibTrans" cxnId="{2C8317B2-2EBB-4589-86EA-C77B3B6E81AA}">
      <dgm:prSet/>
      <dgm:spPr/>
      <dgm:t>
        <a:bodyPr/>
        <a:lstStyle/>
        <a:p>
          <a:endParaRPr lang="en-US"/>
        </a:p>
      </dgm:t>
    </dgm:pt>
    <dgm:pt modelId="{9D72CDD3-5859-43DB-BD75-0C3C30E3DE62}">
      <dgm:prSet phldrT="[Text]"/>
      <dgm:spPr/>
      <dgm:t>
        <a:bodyPr/>
        <a:lstStyle/>
        <a:p>
          <a:r>
            <a:rPr lang="en-US" dirty="0"/>
            <a:t>Task</a:t>
          </a:r>
        </a:p>
      </dgm:t>
    </dgm:pt>
    <dgm:pt modelId="{1D5B1F83-33A7-4298-BC11-2B1252AFAEA5}" type="parTrans" cxnId="{DDB5AD9A-40B0-48EF-AF2C-8CCDA330F7FE}">
      <dgm:prSet/>
      <dgm:spPr/>
      <dgm:t>
        <a:bodyPr/>
        <a:lstStyle/>
        <a:p>
          <a:endParaRPr lang="en-US"/>
        </a:p>
      </dgm:t>
    </dgm:pt>
    <dgm:pt modelId="{15E25BD4-1EBF-43C2-8885-DBF66B8429E1}" type="sibTrans" cxnId="{DDB5AD9A-40B0-48EF-AF2C-8CCDA330F7FE}">
      <dgm:prSet/>
      <dgm:spPr/>
      <dgm:t>
        <a:bodyPr/>
        <a:lstStyle/>
        <a:p>
          <a:endParaRPr lang="en-US"/>
        </a:p>
      </dgm:t>
    </dgm:pt>
    <dgm:pt modelId="{F9D46839-CD06-4669-AAE4-4D1E9AFEDA78}">
      <dgm:prSet phldrT="[Text]" custT="1"/>
      <dgm:spPr/>
      <dgm:t>
        <a:bodyPr/>
        <a:lstStyle/>
        <a:p>
          <a:r>
            <a:rPr lang="en-US" sz="1200" b="1" dirty="0"/>
            <a:t>Improve Data Quality</a:t>
          </a:r>
        </a:p>
      </dgm:t>
    </dgm:pt>
    <dgm:pt modelId="{B6B535D8-00AB-4FA1-AAEC-92498ABC6F4C}" type="parTrans" cxnId="{AD25A8A0-4628-40E2-8C9E-64E6AD4D4D91}">
      <dgm:prSet/>
      <dgm:spPr/>
      <dgm:t>
        <a:bodyPr/>
        <a:lstStyle/>
        <a:p>
          <a:endParaRPr lang="en-US"/>
        </a:p>
      </dgm:t>
    </dgm:pt>
    <dgm:pt modelId="{6497F199-DC2A-41F9-A449-D395E6BC4900}" type="sibTrans" cxnId="{AD25A8A0-4628-40E2-8C9E-64E6AD4D4D91}">
      <dgm:prSet/>
      <dgm:spPr/>
      <dgm:t>
        <a:bodyPr/>
        <a:lstStyle/>
        <a:p>
          <a:endParaRPr lang="en-US"/>
        </a:p>
      </dgm:t>
    </dgm:pt>
    <dgm:pt modelId="{7CB6360B-4022-4E96-922B-A12DE0E2A39F}">
      <dgm:prSet phldrT="[Text]" custT="1"/>
      <dgm:spPr/>
      <dgm:t>
        <a:bodyPr/>
        <a:lstStyle/>
        <a:p>
          <a:r>
            <a:rPr lang="en-US" sz="1200" b="1" dirty="0"/>
            <a:t>Improve Business Intelligence</a:t>
          </a:r>
        </a:p>
      </dgm:t>
    </dgm:pt>
    <dgm:pt modelId="{44B2858F-607B-47DF-B44B-EA7D73FDC9F2}" type="parTrans" cxnId="{CD5EFFB3-C9FD-4DAC-8D97-0C2FB02B380B}">
      <dgm:prSet/>
      <dgm:spPr/>
      <dgm:t>
        <a:bodyPr/>
        <a:lstStyle/>
        <a:p>
          <a:endParaRPr lang="en-US"/>
        </a:p>
      </dgm:t>
    </dgm:pt>
    <dgm:pt modelId="{B35ED9D1-2A17-4034-8D08-4945CA54F6C9}" type="sibTrans" cxnId="{CD5EFFB3-C9FD-4DAC-8D97-0C2FB02B380B}">
      <dgm:prSet/>
      <dgm:spPr/>
      <dgm:t>
        <a:bodyPr/>
        <a:lstStyle/>
        <a:p>
          <a:endParaRPr lang="en-US"/>
        </a:p>
      </dgm:t>
    </dgm:pt>
    <dgm:pt modelId="{70879558-61CA-4CCD-B2D6-5349B01EF337}">
      <dgm:prSet phldrT="[Text]" custT="1"/>
      <dgm:spPr/>
      <dgm:t>
        <a:bodyPr/>
        <a:lstStyle/>
        <a:p>
          <a:r>
            <a:rPr lang="en-US" sz="1200" b="1" dirty="0"/>
            <a:t>Operational Efficiency</a:t>
          </a:r>
        </a:p>
      </dgm:t>
    </dgm:pt>
    <dgm:pt modelId="{95F5E6EE-4E8D-49F8-8C9E-8BBFD01B6A0E}" type="parTrans" cxnId="{8FAB4659-6291-457D-941A-93BCD304031A}">
      <dgm:prSet/>
      <dgm:spPr/>
      <dgm:t>
        <a:bodyPr/>
        <a:lstStyle/>
        <a:p>
          <a:endParaRPr lang="en-US"/>
        </a:p>
      </dgm:t>
    </dgm:pt>
    <dgm:pt modelId="{053E317B-DD3F-4AFF-90D1-A55D37D325DC}" type="sibTrans" cxnId="{8FAB4659-6291-457D-941A-93BCD304031A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 custT="1"/>
      <dgm:spPr/>
      <dgm:t>
        <a:bodyPr/>
        <a:lstStyle/>
        <a:p>
          <a:r>
            <a:rPr lang="en-US" sz="1600" dirty="0"/>
            <a:t>Weakness</a:t>
          </a:r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9614A323-64B1-4077-A841-022051EC749A}">
      <dgm:prSet phldrT="[Text]" custT="1"/>
      <dgm:spPr/>
      <dgm:t>
        <a:bodyPr/>
        <a:lstStyle/>
        <a:p>
          <a:r>
            <a:rPr lang="en-US" sz="1600" dirty="0"/>
            <a:t>Opportunity</a:t>
          </a:r>
        </a:p>
      </dgm:t>
    </dgm:pt>
    <dgm:pt modelId="{E5F6BCBD-B84E-4018-BE9E-BF57FF3B4B36}" type="parTrans" cxnId="{FC7BD086-74EA-4D6C-9657-E916D355F209}">
      <dgm:prSet/>
      <dgm:spPr/>
      <dgm:t>
        <a:bodyPr/>
        <a:lstStyle/>
        <a:p>
          <a:endParaRPr lang="en-US"/>
        </a:p>
      </dgm:t>
    </dgm:pt>
    <dgm:pt modelId="{FEC2A79F-8857-403A-A738-E8CE75C965E2}" type="sibTrans" cxnId="{FC7BD086-74EA-4D6C-9657-E916D355F209}">
      <dgm:prSet/>
      <dgm:spPr/>
      <dgm:t>
        <a:bodyPr/>
        <a:lstStyle/>
        <a:p>
          <a:endParaRPr lang="en-US"/>
        </a:p>
      </dgm:t>
    </dgm:pt>
    <dgm:pt modelId="{DB9FB862-4759-4D6A-84F3-01524B92723B}">
      <dgm:prSet phldrT="[Text]" custT="1"/>
      <dgm:spPr/>
      <dgm:t>
        <a:bodyPr/>
        <a:lstStyle/>
        <a:p>
          <a:r>
            <a:rPr lang="en-US" sz="1600" dirty="0"/>
            <a:t>Threats</a:t>
          </a:r>
        </a:p>
      </dgm:t>
    </dgm:pt>
    <dgm:pt modelId="{CD1EE44C-3116-420B-89E3-1D797CB25D34}" type="parTrans" cxnId="{70CAB4FC-3D17-49C2-8A7B-F387031FCDCA}">
      <dgm:prSet/>
      <dgm:spPr/>
      <dgm:t>
        <a:bodyPr/>
        <a:lstStyle/>
        <a:p>
          <a:endParaRPr lang="en-US"/>
        </a:p>
      </dgm:t>
    </dgm:pt>
    <dgm:pt modelId="{4BD4D4A5-043E-4ED5-A5CA-8D46DADC3150}" type="sibTrans" cxnId="{70CAB4FC-3D17-49C2-8A7B-F387031FCDCA}">
      <dgm:prSet/>
      <dgm:spPr/>
      <dgm:t>
        <a:bodyPr/>
        <a:lstStyle/>
        <a:p>
          <a:endParaRPr lang="en-US"/>
        </a:p>
      </dgm:t>
    </dgm:pt>
    <dgm:pt modelId="{50451020-5E1A-4778-9E8D-169182A36191}">
      <dgm:prSet phldrT="[Text]"/>
      <dgm:spPr/>
      <dgm:t>
        <a:bodyPr/>
        <a:lstStyle/>
        <a:p>
          <a:endParaRPr lang="en-US" dirty="0"/>
        </a:p>
      </dgm:t>
    </dgm:pt>
    <dgm:pt modelId="{7DFC3849-4A12-49FB-B614-8AFD597CCB9E}" type="parTrans" cxnId="{0F86DBDB-3C4F-4C84-981B-7F4CA2A8EAF3}">
      <dgm:prSet/>
      <dgm:spPr/>
      <dgm:t>
        <a:bodyPr/>
        <a:lstStyle/>
        <a:p>
          <a:endParaRPr lang="en-US"/>
        </a:p>
      </dgm:t>
    </dgm:pt>
    <dgm:pt modelId="{EEDE2474-4F18-4F59-8E58-6382D253E514}" type="sibTrans" cxnId="{0F86DBDB-3C4F-4C84-981B-7F4CA2A8EAF3}">
      <dgm:prSet/>
      <dgm:spPr/>
      <dgm:t>
        <a:bodyPr/>
        <a:lstStyle/>
        <a:p>
          <a:endParaRPr lang="en-US"/>
        </a:p>
      </dgm:t>
    </dgm:pt>
    <dgm:pt modelId="{621F5721-CE6C-4594-9958-72E5AA1941ED}">
      <dgm:prSet phldrT="[Text]"/>
      <dgm:spPr/>
      <dgm:t>
        <a:bodyPr/>
        <a:lstStyle/>
        <a:p>
          <a:r>
            <a:rPr lang="en-US" dirty="0"/>
            <a:t>Task</a:t>
          </a:r>
        </a:p>
      </dgm:t>
    </dgm:pt>
    <dgm:pt modelId="{5E60E7B0-4718-448E-8C5C-5542750BE6D5}" type="parTrans" cxnId="{97DD8B45-B346-4C7F-BD2C-3171CE4F290D}">
      <dgm:prSet/>
      <dgm:spPr/>
      <dgm:t>
        <a:bodyPr/>
        <a:lstStyle/>
        <a:p>
          <a:endParaRPr lang="en-GB"/>
        </a:p>
      </dgm:t>
    </dgm:pt>
    <dgm:pt modelId="{7E67761A-1206-4E52-8003-2ADB17C18A27}" type="sibTrans" cxnId="{97DD8B45-B346-4C7F-BD2C-3171CE4F290D}">
      <dgm:prSet/>
      <dgm:spPr/>
      <dgm:t>
        <a:bodyPr/>
        <a:lstStyle/>
        <a:p>
          <a:endParaRPr lang="en-GB"/>
        </a:p>
      </dgm:t>
    </dgm:pt>
    <dgm:pt modelId="{A16880C6-7D68-4948-ACCF-79892605EAC8}">
      <dgm:prSet phldrT="[Text]" custT="1"/>
      <dgm:spPr/>
      <dgm:t>
        <a:bodyPr/>
        <a:lstStyle/>
        <a:p>
          <a:r>
            <a:rPr lang="en-US" sz="1200" b="1" dirty="0"/>
            <a:t>Project Cost vs Service income</a:t>
          </a:r>
        </a:p>
      </dgm:t>
    </dgm:pt>
    <dgm:pt modelId="{096FB429-D28A-4E7C-96F3-20FFD79257C3}" type="parTrans" cxnId="{D376AE1E-9E8D-44EB-80FC-823F209304AA}">
      <dgm:prSet/>
      <dgm:spPr/>
      <dgm:t>
        <a:bodyPr/>
        <a:lstStyle/>
        <a:p>
          <a:endParaRPr lang="en-GB"/>
        </a:p>
      </dgm:t>
    </dgm:pt>
    <dgm:pt modelId="{A442F457-741A-45DD-BFCB-F271E3335A6E}" type="sibTrans" cxnId="{D376AE1E-9E8D-44EB-80FC-823F209304AA}">
      <dgm:prSet/>
      <dgm:spPr/>
      <dgm:t>
        <a:bodyPr/>
        <a:lstStyle/>
        <a:p>
          <a:endParaRPr lang="en-GB"/>
        </a:p>
      </dgm:t>
    </dgm:pt>
    <dgm:pt modelId="{06B9F379-0FBC-4679-A4CF-9FDCF6C36FCC}">
      <dgm:prSet phldrT="[Text]" custT="1"/>
      <dgm:spPr/>
      <dgm:t>
        <a:bodyPr/>
        <a:lstStyle/>
        <a:p>
          <a:r>
            <a:rPr lang="en-US" sz="1200" b="1" dirty="0"/>
            <a:t>Business Disruption</a:t>
          </a:r>
        </a:p>
      </dgm:t>
    </dgm:pt>
    <dgm:pt modelId="{5BEF6586-3584-4315-BCFF-EA43DBF47A3B}" type="parTrans" cxnId="{A425FCD1-D4F6-42A8-B44E-216F9443859C}">
      <dgm:prSet/>
      <dgm:spPr/>
      <dgm:t>
        <a:bodyPr/>
        <a:lstStyle/>
        <a:p>
          <a:endParaRPr lang="en-GB"/>
        </a:p>
      </dgm:t>
    </dgm:pt>
    <dgm:pt modelId="{9A40CFD8-3684-4DD2-9F70-73A6A2F6B6F3}" type="sibTrans" cxnId="{A425FCD1-D4F6-42A8-B44E-216F9443859C}">
      <dgm:prSet/>
      <dgm:spPr/>
      <dgm:t>
        <a:bodyPr/>
        <a:lstStyle/>
        <a:p>
          <a:endParaRPr lang="en-GB"/>
        </a:p>
      </dgm:t>
    </dgm:pt>
    <dgm:pt modelId="{EA10134D-095E-40CA-9F6B-98412C29FAC6}">
      <dgm:prSet phldrT="[Text]" custT="1"/>
      <dgm:spPr/>
      <dgm:t>
        <a:bodyPr/>
        <a:lstStyle/>
        <a:p>
          <a:r>
            <a:rPr lang="en-US" sz="1200" b="1" dirty="0"/>
            <a:t>Decision Making – Agreement Reaching – Time taken</a:t>
          </a:r>
        </a:p>
        <a:p>
          <a:endParaRPr lang="en-US" sz="700" dirty="0"/>
        </a:p>
      </dgm:t>
    </dgm:pt>
    <dgm:pt modelId="{DBB72CAB-A77F-4C95-9EAA-AF4ABCECC905}" type="parTrans" cxnId="{F06E0728-8399-440D-A82D-10B00812519D}">
      <dgm:prSet/>
      <dgm:spPr/>
      <dgm:t>
        <a:bodyPr/>
        <a:lstStyle/>
        <a:p>
          <a:endParaRPr lang="en-GB"/>
        </a:p>
      </dgm:t>
    </dgm:pt>
    <dgm:pt modelId="{667B5842-02CD-4A20-BC37-70503CD97536}" type="sibTrans" cxnId="{F06E0728-8399-440D-A82D-10B00812519D}">
      <dgm:prSet/>
      <dgm:spPr/>
      <dgm:t>
        <a:bodyPr/>
        <a:lstStyle/>
        <a:p>
          <a:endParaRPr lang="en-GB"/>
        </a:p>
      </dgm:t>
    </dgm:pt>
    <dgm:pt modelId="{AABCA24F-54F9-4114-8891-699A496EA9AE}">
      <dgm:prSet phldrT="[Text]"/>
      <dgm:spPr/>
      <dgm:t>
        <a:bodyPr/>
        <a:lstStyle/>
        <a:p>
          <a:r>
            <a:rPr lang="en-US"/>
            <a:t>Task</a:t>
          </a:r>
          <a:endParaRPr lang="en-GB"/>
        </a:p>
      </dgm:t>
    </dgm:pt>
    <dgm:pt modelId="{E2D99E65-F92D-4A92-ABA9-07239CB76896}" type="parTrans" cxnId="{69FE84A8-EFBD-4BC2-9877-9D780B1FB054}">
      <dgm:prSet/>
      <dgm:spPr/>
      <dgm:t>
        <a:bodyPr/>
        <a:lstStyle/>
        <a:p>
          <a:endParaRPr lang="en-GB"/>
        </a:p>
      </dgm:t>
    </dgm:pt>
    <dgm:pt modelId="{ABEB9657-F406-4283-87EB-C85B04B9B8D9}" type="sibTrans" cxnId="{69FE84A8-EFBD-4BC2-9877-9D780B1FB054}">
      <dgm:prSet/>
      <dgm:spPr/>
      <dgm:t>
        <a:bodyPr/>
        <a:lstStyle/>
        <a:p>
          <a:endParaRPr lang="en-GB"/>
        </a:p>
      </dgm:t>
    </dgm:pt>
    <dgm:pt modelId="{B3A4CFCF-8579-42FB-ABC3-AF036B385751}">
      <dgm:prSet phldrT="[Text]" custT="1"/>
      <dgm:spPr/>
      <dgm:t>
        <a:bodyPr/>
        <a:lstStyle/>
        <a:p>
          <a:r>
            <a:rPr lang="en-US" sz="1200" b="1" dirty="0"/>
            <a:t>Improve Analytics – Business opportunities</a:t>
          </a:r>
        </a:p>
      </dgm:t>
    </dgm:pt>
    <dgm:pt modelId="{F51E3C80-D469-4003-A619-E22F0894E520}" type="parTrans" cxnId="{C1488C89-F7A3-43DB-B5FF-4E8E0D0AB105}">
      <dgm:prSet/>
      <dgm:spPr/>
      <dgm:t>
        <a:bodyPr/>
        <a:lstStyle/>
        <a:p>
          <a:endParaRPr lang="en-GB"/>
        </a:p>
      </dgm:t>
    </dgm:pt>
    <dgm:pt modelId="{2F0B5642-0483-4206-86EF-FB06458376CD}" type="sibTrans" cxnId="{C1488C89-F7A3-43DB-B5FF-4E8E0D0AB105}">
      <dgm:prSet/>
      <dgm:spPr/>
      <dgm:t>
        <a:bodyPr/>
        <a:lstStyle/>
        <a:p>
          <a:endParaRPr lang="en-GB"/>
        </a:p>
      </dgm:t>
    </dgm:pt>
    <dgm:pt modelId="{AAD5F8AC-6C23-4597-956D-D275786D34EB}">
      <dgm:prSet phldrT="[Text]" custT="1"/>
      <dgm:spPr/>
      <dgm:t>
        <a:bodyPr/>
        <a:lstStyle/>
        <a:p>
          <a:r>
            <a:rPr lang="en-US" sz="1200" b="1" dirty="0"/>
            <a:t>Process Standardization = Reuse</a:t>
          </a:r>
        </a:p>
      </dgm:t>
    </dgm:pt>
    <dgm:pt modelId="{EDE0D4E3-2C6E-4504-AC7C-D3B5E6286375}" type="parTrans" cxnId="{21D055A5-CBB1-41D6-848C-5D37574C83D2}">
      <dgm:prSet/>
      <dgm:spPr/>
      <dgm:t>
        <a:bodyPr/>
        <a:lstStyle/>
        <a:p>
          <a:endParaRPr lang="en-GB"/>
        </a:p>
      </dgm:t>
    </dgm:pt>
    <dgm:pt modelId="{E5783EA2-05F5-4196-BF4B-9A3E660BBFF0}" type="sibTrans" cxnId="{21D055A5-CBB1-41D6-848C-5D37574C83D2}">
      <dgm:prSet/>
      <dgm:spPr/>
      <dgm:t>
        <a:bodyPr/>
        <a:lstStyle/>
        <a:p>
          <a:endParaRPr lang="en-GB"/>
        </a:p>
      </dgm:t>
    </dgm:pt>
    <dgm:pt modelId="{F93D1B19-3291-4E17-AA88-B7FB150C064F}">
      <dgm:prSet phldrT="[Text]" custT="1"/>
      <dgm:spPr/>
      <dgm:t>
        <a:bodyPr/>
        <a:lstStyle/>
        <a:p>
          <a:r>
            <a:rPr lang="en-US" sz="1200" b="1" dirty="0"/>
            <a:t>Long Term Data Gov Improvement</a:t>
          </a:r>
          <a:endParaRPr lang="en-US" sz="1000" dirty="0"/>
        </a:p>
      </dgm:t>
    </dgm:pt>
    <dgm:pt modelId="{142113C2-12E6-409C-94B1-0DB6E0E240EF}" type="parTrans" cxnId="{C14BF5C0-7FC5-4BA5-9F82-C3AA0D960A9D}">
      <dgm:prSet/>
      <dgm:spPr/>
      <dgm:t>
        <a:bodyPr/>
        <a:lstStyle/>
        <a:p>
          <a:endParaRPr lang="en-GB"/>
        </a:p>
      </dgm:t>
    </dgm:pt>
    <dgm:pt modelId="{A1DCBED2-6FC9-4E7C-9DD2-2AA01C61C326}" type="sibTrans" cxnId="{C14BF5C0-7FC5-4BA5-9F82-C3AA0D960A9D}">
      <dgm:prSet/>
      <dgm:spPr/>
      <dgm:t>
        <a:bodyPr/>
        <a:lstStyle/>
        <a:p>
          <a:endParaRPr lang="en-GB"/>
        </a:p>
      </dgm:t>
    </dgm:pt>
    <dgm:pt modelId="{B389FE5B-53D8-4427-A8AD-72ECC471323E}">
      <dgm:prSet phldrT="[Text]" custT="1"/>
      <dgm:spPr/>
      <dgm:t>
        <a:bodyPr/>
        <a:lstStyle/>
        <a:p>
          <a:r>
            <a:rPr lang="en-US" sz="1200" b="1" dirty="0"/>
            <a:t>Security Risks</a:t>
          </a:r>
        </a:p>
      </dgm:t>
    </dgm:pt>
    <dgm:pt modelId="{32412EB8-57ED-4F25-B1F4-1C1685F6945A}" type="parTrans" cxnId="{2FB7D298-E00D-4CD5-BF0B-252D6C9AA9DC}">
      <dgm:prSet/>
      <dgm:spPr/>
      <dgm:t>
        <a:bodyPr/>
        <a:lstStyle/>
        <a:p>
          <a:endParaRPr lang="en-GB"/>
        </a:p>
      </dgm:t>
    </dgm:pt>
    <dgm:pt modelId="{F963F9C1-ADAC-451D-8D00-37136AE00AC4}" type="sibTrans" cxnId="{2FB7D298-E00D-4CD5-BF0B-252D6C9AA9DC}">
      <dgm:prSet/>
      <dgm:spPr/>
      <dgm:t>
        <a:bodyPr/>
        <a:lstStyle/>
        <a:p>
          <a:endParaRPr lang="en-GB"/>
        </a:p>
      </dgm:t>
    </dgm:pt>
    <dgm:pt modelId="{85B93EC2-982B-4C02-A8CE-419F69B41ACA}">
      <dgm:prSet phldrT="[Text]" custT="1"/>
      <dgm:spPr/>
      <dgm:t>
        <a:bodyPr/>
        <a:lstStyle/>
        <a:p>
          <a:r>
            <a:rPr lang="en-US" sz="1200" b="1" dirty="0"/>
            <a:t>Scope Creep</a:t>
          </a:r>
        </a:p>
      </dgm:t>
    </dgm:pt>
    <dgm:pt modelId="{DD72EA39-73C3-46AD-8FEF-2328569DC67B}" type="parTrans" cxnId="{EE042382-9568-4309-978F-B3F649F0ACC8}">
      <dgm:prSet/>
      <dgm:spPr/>
      <dgm:t>
        <a:bodyPr/>
        <a:lstStyle/>
        <a:p>
          <a:endParaRPr lang="en-GB"/>
        </a:p>
      </dgm:t>
    </dgm:pt>
    <dgm:pt modelId="{C88B4100-B295-4351-9E6B-670D6C3CB443}" type="sibTrans" cxnId="{EE042382-9568-4309-978F-B3F649F0ACC8}">
      <dgm:prSet/>
      <dgm:spPr/>
      <dgm:t>
        <a:bodyPr/>
        <a:lstStyle/>
        <a:p>
          <a:endParaRPr lang="en-GB"/>
        </a:p>
      </dgm:t>
    </dgm:pt>
    <dgm:pt modelId="{28C89411-2B01-41E9-8274-DDD7006030DA}">
      <dgm:prSet phldrT="[Text]"/>
      <dgm:spPr/>
      <dgm:t>
        <a:bodyPr/>
        <a:lstStyle/>
        <a:p>
          <a:r>
            <a:rPr lang="en-US" b="1" dirty="0"/>
            <a:t>Stakeholder Resistance</a:t>
          </a:r>
        </a:p>
      </dgm:t>
    </dgm:pt>
    <dgm:pt modelId="{77FD02A2-21FF-426B-B768-B5B3320E2F0E}" type="parTrans" cxnId="{B9A2C363-504B-4A7B-A1A0-9C94F8AFE4BD}">
      <dgm:prSet/>
      <dgm:spPr/>
      <dgm:t>
        <a:bodyPr/>
        <a:lstStyle/>
        <a:p>
          <a:endParaRPr lang="en-GB"/>
        </a:p>
      </dgm:t>
    </dgm:pt>
    <dgm:pt modelId="{EA812954-E907-4BE3-AE9A-78B934CCF81B}" type="sibTrans" cxnId="{B9A2C363-504B-4A7B-A1A0-9C94F8AFE4BD}">
      <dgm:prSet/>
      <dgm:spPr/>
      <dgm:t>
        <a:bodyPr/>
        <a:lstStyle/>
        <a:p>
          <a:endParaRPr lang="en-GB"/>
        </a:p>
      </dgm:t>
    </dgm:pt>
    <dgm:pt modelId="{6EE420E1-922D-4C85-85FB-16324D0852A4}">
      <dgm:prSet phldrT="[Text]"/>
      <dgm:spPr/>
      <dgm:t>
        <a:bodyPr/>
        <a:lstStyle/>
        <a:p>
          <a:r>
            <a:rPr lang="en-US" b="1" dirty="0"/>
            <a:t>Upkeep Cost</a:t>
          </a:r>
        </a:p>
      </dgm:t>
    </dgm:pt>
    <dgm:pt modelId="{4A90E5E3-B244-4262-9ADE-EBBB3284F15F}" type="parTrans" cxnId="{8DA4F2D0-7756-4458-ACCF-4C0709F3E287}">
      <dgm:prSet/>
      <dgm:spPr/>
      <dgm:t>
        <a:bodyPr/>
        <a:lstStyle/>
        <a:p>
          <a:endParaRPr lang="en-GB"/>
        </a:p>
      </dgm:t>
    </dgm:pt>
    <dgm:pt modelId="{585BA18E-439E-41F6-869D-D4FA45232B6D}" type="sibTrans" cxnId="{8DA4F2D0-7756-4458-ACCF-4C0709F3E287}">
      <dgm:prSet/>
      <dgm:spPr/>
      <dgm:t>
        <a:bodyPr/>
        <a:lstStyle/>
        <a:p>
          <a:endParaRPr lang="en-GB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3B23570A-ECC9-4DF8-BCB4-0465C69CBB88}" type="pres">
      <dgm:prSet presAssocID="{B4F1B46E-22B2-4721-950C-8704487586DC}" presName="posSpace" presStyleCnt="0"/>
      <dgm:spPr/>
    </dgm:pt>
    <dgm:pt modelId="{FC66A233-6BBA-46AF-B2F6-28E379B158E2}" type="pres">
      <dgm:prSet presAssocID="{B4F1B46E-22B2-4721-950C-8704487586DC}" presName="vertFlow" presStyleCnt="0"/>
      <dgm:spPr/>
    </dgm:pt>
    <dgm:pt modelId="{46739A04-1AA3-49C6-8EA7-EB1DE975B900}" type="pres">
      <dgm:prSet presAssocID="{B4F1B46E-22B2-4721-950C-8704487586DC}" presName="topSpace" presStyleCnt="0"/>
      <dgm:spPr/>
    </dgm:pt>
    <dgm:pt modelId="{535C6EC9-8098-42C5-8527-E62FF045E4EB}" type="pres">
      <dgm:prSet presAssocID="{B4F1B46E-22B2-4721-950C-8704487586DC}" presName="firstComp" presStyleCnt="0"/>
      <dgm:spPr/>
    </dgm:pt>
    <dgm:pt modelId="{6B08AC4B-4CEC-41E5-AE19-47A4E2720563}" type="pres">
      <dgm:prSet presAssocID="{B4F1B46E-22B2-4721-950C-8704487586DC}" presName="firstChild" presStyleLbl="bgAccFollowNode1" presStyleIdx="0" presStyleCnt="17"/>
      <dgm:spPr/>
    </dgm:pt>
    <dgm:pt modelId="{187D4E8C-5C91-4D00-870C-2C45D4EA263C}" type="pres">
      <dgm:prSet presAssocID="{B4F1B46E-22B2-4721-950C-8704487586DC}" presName="firstChildTx" presStyleLbl="bgAccFollowNode1" presStyleIdx="0" presStyleCnt="17">
        <dgm:presLayoutVars>
          <dgm:bulletEnabled val="1"/>
        </dgm:presLayoutVars>
      </dgm:prSet>
      <dgm:spPr/>
    </dgm:pt>
    <dgm:pt modelId="{ADF61BBD-28F4-4815-BC7F-82CF00464E8B}" type="pres">
      <dgm:prSet presAssocID="{F9D46839-CD06-4669-AAE4-4D1E9AFEDA78}" presName="comp" presStyleCnt="0"/>
      <dgm:spPr/>
    </dgm:pt>
    <dgm:pt modelId="{59179C9B-8BA4-4AC7-ACB1-A12DE00142E2}" type="pres">
      <dgm:prSet presAssocID="{F9D46839-CD06-4669-AAE4-4D1E9AFEDA78}" presName="child" presStyleLbl="bgAccFollowNode1" presStyleIdx="1" presStyleCnt="17" custScaleX="95653" custScaleY="107394"/>
      <dgm:spPr/>
    </dgm:pt>
    <dgm:pt modelId="{4AE7D907-B6F4-4647-AB3F-ABE94C438AE8}" type="pres">
      <dgm:prSet presAssocID="{F9D46839-CD06-4669-AAE4-4D1E9AFEDA78}" presName="childTx" presStyleLbl="bgAccFollowNode1" presStyleIdx="1" presStyleCnt="17">
        <dgm:presLayoutVars>
          <dgm:bulletEnabled val="1"/>
        </dgm:presLayoutVars>
      </dgm:prSet>
      <dgm:spPr/>
    </dgm:pt>
    <dgm:pt modelId="{E50A9A83-9985-4184-A476-E3402BD8E76E}" type="pres">
      <dgm:prSet presAssocID="{7CB6360B-4022-4E96-922B-A12DE0E2A39F}" presName="comp" presStyleCnt="0"/>
      <dgm:spPr/>
    </dgm:pt>
    <dgm:pt modelId="{1877502C-A892-4DC0-ADA6-FA065097BB90}" type="pres">
      <dgm:prSet presAssocID="{7CB6360B-4022-4E96-922B-A12DE0E2A39F}" presName="child" presStyleLbl="bgAccFollowNode1" presStyleIdx="2" presStyleCnt="17"/>
      <dgm:spPr/>
    </dgm:pt>
    <dgm:pt modelId="{D685DD23-B321-4B5E-842F-394CB33239FA}" type="pres">
      <dgm:prSet presAssocID="{7CB6360B-4022-4E96-922B-A12DE0E2A39F}" presName="childTx" presStyleLbl="bgAccFollowNode1" presStyleIdx="2" presStyleCnt="17">
        <dgm:presLayoutVars>
          <dgm:bulletEnabled val="1"/>
        </dgm:presLayoutVars>
      </dgm:prSet>
      <dgm:spPr/>
    </dgm:pt>
    <dgm:pt modelId="{E5677DE7-299C-4C9C-A4BC-6335CC601D12}" type="pres">
      <dgm:prSet presAssocID="{70879558-61CA-4CCD-B2D6-5349B01EF337}" presName="comp" presStyleCnt="0"/>
      <dgm:spPr/>
    </dgm:pt>
    <dgm:pt modelId="{51F68A05-A560-4C6F-BC90-521AEF3B0907}" type="pres">
      <dgm:prSet presAssocID="{70879558-61CA-4CCD-B2D6-5349B01EF337}" presName="child" presStyleLbl="bgAccFollowNode1" presStyleIdx="3" presStyleCnt="17"/>
      <dgm:spPr/>
    </dgm:pt>
    <dgm:pt modelId="{3EBE42F0-6491-49CC-95DC-985BA00CD458}" type="pres">
      <dgm:prSet presAssocID="{70879558-61CA-4CCD-B2D6-5349B01EF337}" presName="childTx" presStyleLbl="bgAccFollowNode1" presStyleIdx="3" presStyleCnt="17">
        <dgm:presLayoutVars>
          <dgm:bulletEnabled val="1"/>
        </dgm:presLayoutVars>
      </dgm:prSet>
      <dgm:spPr/>
    </dgm:pt>
    <dgm:pt modelId="{3845DB9A-BEF3-4D5D-B9C7-5FC0456401AC}" type="pres">
      <dgm:prSet presAssocID="{B4F1B46E-22B2-4721-950C-8704487586DC}" presName="negSpace" presStyleCnt="0"/>
      <dgm:spPr/>
    </dgm:pt>
    <dgm:pt modelId="{FC7ED273-8CFD-43C2-9C05-44FADF3E0637}" type="pres">
      <dgm:prSet presAssocID="{B4F1B46E-22B2-4721-950C-8704487586DC}" presName="circle" presStyleLbl="node1" presStyleIdx="0" presStyleCnt="4" custScaleX="231175" custScaleY="144034"/>
      <dgm:spPr/>
    </dgm:pt>
    <dgm:pt modelId="{13C564B0-C27E-4ABA-AFDA-59E145B256BA}" type="pres">
      <dgm:prSet presAssocID="{A7E2530A-34E2-4E9F-BC78-8920BA140C41}" presName="transSpace" presStyleCnt="0"/>
      <dgm:spPr/>
    </dgm:pt>
    <dgm:pt modelId="{2251E69D-71D4-4225-8278-CEF2E0FCFE3F}" type="pres">
      <dgm:prSet presAssocID="{D5197DDB-D5D2-499F-B255-CF7BB5AE2B43}" presName="posSpace" presStyleCnt="0"/>
      <dgm:spPr/>
    </dgm:pt>
    <dgm:pt modelId="{C3ED22B8-D2AB-460C-B17E-A5DD560B88AA}" type="pres">
      <dgm:prSet presAssocID="{D5197DDB-D5D2-499F-B255-CF7BB5AE2B43}" presName="vertFlow" presStyleCnt="0"/>
      <dgm:spPr/>
    </dgm:pt>
    <dgm:pt modelId="{0A3E5C38-EED4-43B9-9D98-FAE62E8909C0}" type="pres">
      <dgm:prSet presAssocID="{D5197DDB-D5D2-499F-B255-CF7BB5AE2B43}" presName="topSpace" presStyleCnt="0"/>
      <dgm:spPr/>
    </dgm:pt>
    <dgm:pt modelId="{7A3C60BA-4D75-40E0-AA7F-6B2C8B99EA6D}" type="pres">
      <dgm:prSet presAssocID="{D5197DDB-D5D2-499F-B255-CF7BB5AE2B43}" presName="firstComp" presStyleCnt="0"/>
      <dgm:spPr/>
    </dgm:pt>
    <dgm:pt modelId="{794955AD-1927-49A0-84E8-2CCDC252516A}" type="pres">
      <dgm:prSet presAssocID="{D5197DDB-D5D2-499F-B255-CF7BB5AE2B43}" presName="firstChild" presStyleLbl="bgAccFollowNode1" presStyleIdx="4" presStyleCnt="17"/>
      <dgm:spPr/>
    </dgm:pt>
    <dgm:pt modelId="{1BA260C2-9C91-41B1-941E-B6DC8B0E9EB7}" type="pres">
      <dgm:prSet presAssocID="{D5197DDB-D5D2-499F-B255-CF7BB5AE2B43}" presName="firstChildTx" presStyleLbl="bgAccFollowNode1" presStyleIdx="4" presStyleCnt="17">
        <dgm:presLayoutVars>
          <dgm:bulletEnabled val="1"/>
        </dgm:presLayoutVars>
      </dgm:prSet>
      <dgm:spPr/>
    </dgm:pt>
    <dgm:pt modelId="{EE539B57-4A7F-402B-93DA-9F88ACEF69CF}" type="pres">
      <dgm:prSet presAssocID="{A16880C6-7D68-4948-ACCF-79892605EAC8}" presName="comp" presStyleCnt="0"/>
      <dgm:spPr/>
    </dgm:pt>
    <dgm:pt modelId="{FBDD7FE6-0F8B-44A0-AE0C-3B2AD3CC07AD}" type="pres">
      <dgm:prSet presAssocID="{A16880C6-7D68-4948-ACCF-79892605EAC8}" presName="child" presStyleLbl="bgAccFollowNode1" presStyleIdx="5" presStyleCnt="17"/>
      <dgm:spPr/>
    </dgm:pt>
    <dgm:pt modelId="{BBEE5F82-DC71-48B2-B53D-C1C1A76F0315}" type="pres">
      <dgm:prSet presAssocID="{A16880C6-7D68-4948-ACCF-79892605EAC8}" presName="childTx" presStyleLbl="bgAccFollowNode1" presStyleIdx="5" presStyleCnt="17">
        <dgm:presLayoutVars>
          <dgm:bulletEnabled val="1"/>
        </dgm:presLayoutVars>
      </dgm:prSet>
      <dgm:spPr/>
    </dgm:pt>
    <dgm:pt modelId="{A67A99EA-82CE-41F6-BBC5-E109318D2967}" type="pres">
      <dgm:prSet presAssocID="{06B9F379-0FBC-4679-A4CF-9FDCF6C36FCC}" presName="comp" presStyleCnt="0"/>
      <dgm:spPr/>
    </dgm:pt>
    <dgm:pt modelId="{D11A74E1-5FCB-4366-9790-51977417C95D}" type="pres">
      <dgm:prSet presAssocID="{06B9F379-0FBC-4679-A4CF-9FDCF6C36FCC}" presName="child" presStyleLbl="bgAccFollowNode1" presStyleIdx="6" presStyleCnt="17"/>
      <dgm:spPr/>
    </dgm:pt>
    <dgm:pt modelId="{2C4960A3-2C5B-4B02-914C-877EA08BB3E0}" type="pres">
      <dgm:prSet presAssocID="{06B9F379-0FBC-4679-A4CF-9FDCF6C36FCC}" presName="childTx" presStyleLbl="bgAccFollowNode1" presStyleIdx="6" presStyleCnt="17">
        <dgm:presLayoutVars>
          <dgm:bulletEnabled val="1"/>
        </dgm:presLayoutVars>
      </dgm:prSet>
      <dgm:spPr/>
    </dgm:pt>
    <dgm:pt modelId="{23C6C96A-B12A-47BE-9985-EC629F84561D}" type="pres">
      <dgm:prSet presAssocID="{EA10134D-095E-40CA-9F6B-98412C29FAC6}" presName="comp" presStyleCnt="0"/>
      <dgm:spPr/>
    </dgm:pt>
    <dgm:pt modelId="{625F3147-9BFE-46B2-818C-46F1484E6B6A}" type="pres">
      <dgm:prSet presAssocID="{EA10134D-095E-40CA-9F6B-98412C29FAC6}" presName="child" presStyleLbl="bgAccFollowNode1" presStyleIdx="7" presStyleCnt="17" custScaleY="139114" custLinFactNeighborX="-968" custLinFactNeighborY="2902"/>
      <dgm:spPr/>
    </dgm:pt>
    <dgm:pt modelId="{5C5CDE35-6454-4D87-ACD7-39D3292D600F}" type="pres">
      <dgm:prSet presAssocID="{EA10134D-095E-40CA-9F6B-98412C29FAC6}" presName="childTx" presStyleLbl="bgAccFollowNode1" presStyleIdx="7" presStyleCnt="17">
        <dgm:presLayoutVars>
          <dgm:bulletEnabled val="1"/>
        </dgm:presLayoutVars>
      </dgm:prSet>
      <dgm:spPr/>
    </dgm:pt>
    <dgm:pt modelId="{7303E416-2A8A-4BE3-9559-CBA57FD775B5}" type="pres">
      <dgm:prSet presAssocID="{D5197DDB-D5D2-499F-B255-CF7BB5AE2B43}" presName="negSpace" presStyleCnt="0"/>
      <dgm:spPr/>
    </dgm:pt>
    <dgm:pt modelId="{CBDBED7C-E4C8-4363-B2F1-5441894E4EFB}" type="pres">
      <dgm:prSet presAssocID="{D5197DDB-D5D2-499F-B255-CF7BB5AE2B43}" presName="circle" presStyleLbl="node1" presStyleIdx="1" presStyleCnt="4" custScaleX="194930" custScaleY="152082" custLinFactNeighborX="-46217" custLinFactNeighborY="1454"/>
      <dgm:spPr/>
    </dgm:pt>
    <dgm:pt modelId="{82C7FDD8-AFBD-4AEE-A0A7-9E00FBD25426}" type="pres">
      <dgm:prSet presAssocID="{29F2454A-2FA8-4B3A-AC63-4A0B9FD04A75}" presName="transSpace" presStyleCnt="0"/>
      <dgm:spPr/>
    </dgm:pt>
    <dgm:pt modelId="{CBAC1F13-E1E7-4497-8DA8-B54B4ABE1CF6}" type="pres">
      <dgm:prSet presAssocID="{9614A323-64B1-4077-A841-022051EC749A}" presName="posSpace" presStyleCnt="0"/>
      <dgm:spPr/>
    </dgm:pt>
    <dgm:pt modelId="{C25AE5EE-41B0-40EF-BDBF-3A09DB4EF3A1}" type="pres">
      <dgm:prSet presAssocID="{9614A323-64B1-4077-A841-022051EC749A}" presName="vertFlow" presStyleCnt="0"/>
      <dgm:spPr/>
    </dgm:pt>
    <dgm:pt modelId="{EE83A135-8337-45BE-9974-2097BCE9F8A7}" type="pres">
      <dgm:prSet presAssocID="{9614A323-64B1-4077-A841-022051EC749A}" presName="topSpace" presStyleCnt="0"/>
      <dgm:spPr/>
    </dgm:pt>
    <dgm:pt modelId="{22B85C18-846F-4BFA-B063-24412BDF736F}" type="pres">
      <dgm:prSet presAssocID="{9614A323-64B1-4077-A841-022051EC749A}" presName="firstComp" presStyleCnt="0"/>
      <dgm:spPr/>
    </dgm:pt>
    <dgm:pt modelId="{72AC9EAC-BCD0-4A2D-8612-F09D47148D71}" type="pres">
      <dgm:prSet presAssocID="{9614A323-64B1-4077-A841-022051EC749A}" presName="firstChild" presStyleLbl="bgAccFollowNode1" presStyleIdx="8" presStyleCnt="17" custLinFactNeighborX="-22942" custLinFactNeighborY="3969"/>
      <dgm:spPr/>
    </dgm:pt>
    <dgm:pt modelId="{D8DA147B-8C30-42CE-85D6-6B9053C6E13F}" type="pres">
      <dgm:prSet presAssocID="{9614A323-64B1-4077-A841-022051EC749A}" presName="firstChildTx" presStyleLbl="bgAccFollowNode1" presStyleIdx="8" presStyleCnt="17">
        <dgm:presLayoutVars>
          <dgm:bulletEnabled val="1"/>
        </dgm:presLayoutVars>
      </dgm:prSet>
      <dgm:spPr/>
    </dgm:pt>
    <dgm:pt modelId="{B40BC616-7983-461E-BE08-A6A57B9807A2}" type="pres">
      <dgm:prSet presAssocID="{B3A4CFCF-8579-42FB-ABC3-AF036B385751}" presName="comp" presStyleCnt="0"/>
      <dgm:spPr/>
    </dgm:pt>
    <dgm:pt modelId="{EAD1BD7D-225C-48A4-90CC-92464D1A0043}" type="pres">
      <dgm:prSet presAssocID="{B3A4CFCF-8579-42FB-ABC3-AF036B385751}" presName="child" presStyleLbl="bgAccFollowNode1" presStyleIdx="9" presStyleCnt="17" custScaleX="104320" custScaleY="102339" custLinFactNeighborX="-17344" custLinFactNeighborY="-224"/>
      <dgm:spPr/>
    </dgm:pt>
    <dgm:pt modelId="{B7C9C597-8C2B-4944-B28F-245541F5ED8A}" type="pres">
      <dgm:prSet presAssocID="{B3A4CFCF-8579-42FB-ABC3-AF036B385751}" presName="childTx" presStyleLbl="bgAccFollowNode1" presStyleIdx="9" presStyleCnt="17">
        <dgm:presLayoutVars>
          <dgm:bulletEnabled val="1"/>
        </dgm:presLayoutVars>
      </dgm:prSet>
      <dgm:spPr/>
    </dgm:pt>
    <dgm:pt modelId="{2A20FD18-A749-41BC-8823-7E5CB71E67E7}" type="pres">
      <dgm:prSet presAssocID="{AAD5F8AC-6C23-4597-956D-D275786D34EB}" presName="comp" presStyleCnt="0"/>
      <dgm:spPr/>
    </dgm:pt>
    <dgm:pt modelId="{AC6AA3B2-F7BD-4DBC-8658-A0E24F8CAED5}" type="pres">
      <dgm:prSet presAssocID="{AAD5F8AC-6C23-4597-956D-D275786D34EB}" presName="child" presStyleLbl="bgAccFollowNode1" presStyleIdx="10" presStyleCnt="17" custLinFactNeighborX="-33967" custLinFactNeighborY="-1837"/>
      <dgm:spPr/>
    </dgm:pt>
    <dgm:pt modelId="{8B42A167-94E4-4EE4-8A5D-493859E57EC5}" type="pres">
      <dgm:prSet presAssocID="{AAD5F8AC-6C23-4597-956D-D275786D34EB}" presName="childTx" presStyleLbl="bgAccFollowNode1" presStyleIdx="10" presStyleCnt="17">
        <dgm:presLayoutVars>
          <dgm:bulletEnabled val="1"/>
        </dgm:presLayoutVars>
      </dgm:prSet>
      <dgm:spPr/>
    </dgm:pt>
    <dgm:pt modelId="{1F8B151D-CD7A-4F92-814A-3FDF28BAE06C}" type="pres">
      <dgm:prSet presAssocID="{F93D1B19-3291-4E17-AA88-B7FB150C064F}" presName="comp" presStyleCnt="0"/>
      <dgm:spPr/>
    </dgm:pt>
    <dgm:pt modelId="{BEBE39A4-D286-45BE-8C26-99DDC2614E7C}" type="pres">
      <dgm:prSet presAssocID="{F93D1B19-3291-4E17-AA88-B7FB150C064F}" presName="child" presStyleLbl="bgAccFollowNode1" presStyleIdx="11" presStyleCnt="17" custScaleX="105363" custScaleY="95408" custLinFactNeighborX="-19267" custLinFactNeighborY="-3288"/>
      <dgm:spPr/>
    </dgm:pt>
    <dgm:pt modelId="{8414F751-81A8-4F83-AB61-87B6590191AC}" type="pres">
      <dgm:prSet presAssocID="{F93D1B19-3291-4E17-AA88-B7FB150C064F}" presName="childTx" presStyleLbl="bgAccFollowNode1" presStyleIdx="11" presStyleCnt="17">
        <dgm:presLayoutVars>
          <dgm:bulletEnabled val="1"/>
        </dgm:presLayoutVars>
      </dgm:prSet>
      <dgm:spPr/>
    </dgm:pt>
    <dgm:pt modelId="{4665971C-4301-4860-95C3-8AAB39C64E38}" type="pres">
      <dgm:prSet presAssocID="{9614A323-64B1-4077-A841-022051EC749A}" presName="negSpace" presStyleCnt="0"/>
      <dgm:spPr/>
    </dgm:pt>
    <dgm:pt modelId="{38BDFE91-DC84-4E35-8A15-4802AA0AF531}" type="pres">
      <dgm:prSet presAssocID="{9614A323-64B1-4077-A841-022051EC749A}" presName="circle" presStyleLbl="node1" presStyleIdx="2" presStyleCnt="4" custScaleX="232135" custScaleY="165904" custLinFactNeighborX="-52277" custLinFactNeighborY="-23360"/>
      <dgm:spPr/>
    </dgm:pt>
    <dgm:pt modelId="{A4101AEA-D9B7-406F-8CA8-EB6CC900FF14}" type="pres">
      <dgm:prSet presAssocID="{FEC2A79F-8857-403A-A738-E8CE75C965E2}" presName="transSpace" presStyleCnt="0"/>
      <dgm:spPr/>
    </dgm:pt>
    <dgm:pt modelId="{DD1E0351-0D09-4260-836A-71B02BF60676}" type="pres">
      <dgm:prSet presAssocID="{DB9FB862-4759-4D6A-84F3-01524B92723B}" presName="posSpace" presStyleCnt="0"/>
      <dgm:spPr/>
    </dgm:pt>
    <dgm:pt modelId="{2EB49BF0-DCD7-4275-8A8F-0CD83C2BAE4E}" type="pres">
      <dgm:prSet presAssocID="{DB9FB862-4759-4D6A-84F3-01524B92723B}" presName="vertFlow" presStyleCnt="0"/>
      <dgm:spPr/>
    </dgm:pt>
    <dgm:pt modelId="{FC1DD4C0-5D40-4EEB-952F-FE5F6C693099}" type="pres">
      <dgm:prSet presAssocID="{DB9FB862-4759-4D6A-84F3-01524B92723B}" presName="topSpace" presStyleCnt="0"/>
      <dgm:spPr/>
    </dgm:pt>
    <dgm:pt modelId="{5176E6AB-D107-4714-B8B1-C657AA0362D4}" type="pres">
      <dgm:prSet presAssocID="{DB9FB862-4759-4D6A-84F3-01524B92723B}" presName="firstComp" presStyleCnt="0"/>
      <dgm:spPr/>
    </dgm:pt>
    <dgm:pt modelId="{C1F19226-E171-4933-BA2F-F3AB7038C301}" type="pres">
      <dgm:prSet presAssocID="{DB9FB862-4759-4D6A-84F3-01524B92723B}" presName="firstChild" presStyleLbl="bgAccFollowNode1" presStyleIdx="12" presStyleCnt="17" custLinFactNeighborX="-33920" custLinFactNeighborY="-1374"/>
      <dgm:spPr/>
    </dgm:pt>
    <dgm:pt modelId="{CAB7603B-0E9A-48C0-A031-DCD4590D8F2A}" type="pres">
      <dgm:prSet presAssocID="{DB9FB862-4759-4D6A-84F3-01524B92723B}" presName="firstChildTx" presStyleLbl="bgAccFollowNode1" presStyleIdx="12" presStyleCnt="17">
        <dgm:presLayoutVars>
          <dgm:bulletEnabled val="1"/>
        </dgm:presLayoutVars>
      </dgm:prSet>
      <dgm:spPr/>
    </dgm:pt>
    <dgm:pt modelId="{3CF3A251-EA87-453D-82A3-C25B37CFB173}" type="pres">
      <dgm:prSet presAssocID="{B389FE5B-53D8-4427-A8AD-72ECC471323E}" presName="comp" presStyleCnt="0"/>
      <dgm:spPr/>
    </dgm:pt>
    <dgm:pt modelId="{F013BCCC-175D-47EB-BB40-008AA9BFF93C}" type="pres">
      <dgm:prSet presAssocID="{B389FE5B-53D8-4427-A8AD-72ECC471323E}" presName="child" presStyleLbl="bgAccFollowNode1" presStyleIdx="13" presStyleCnt="17" custLinFactNeighborX="-33920" custLinFactNeighborY="-1374"/>
      <dgm:spPr/>
    </dgm:pt>
    <dgm:pt modelId="{210D29AE-6F8D-4C46-8112-18AF17D8CD23}" type="pres">
      <dgm:prSet presAssocID="{B389FE5B-53D8-4427-A8AD-72ECC471323E}" presName="childTx" presStyleLbl="bgAccFollowNode1" presStyleIdx="13" presStyleCnt="17">
        <dgm:presLayoutVars>
          <dgm:bulletEnabled val="1"/>
        </dgm:presLayoutVars>
      </dgm:prSet>
      <dgm:spPr/>
    </dgm:pt>
    <dgm:pt modelId="{BB670AAF-2F44-4018-9516-F1DCF015D09B}" type="pres">
      <dgm:prSet presAssocID="{85B93EC2-982B-4C02-A8CE-419F69B41ACA}" presName="comp" presStyleCnt="0"/>
      <dgm:spPr/>
    </dgm:pt>
    <dgm:pt modelId="{2E447C66-EB28-4EBC-9942-68E964C91CB6}" type="pres">
      <dgm:prSet presAssocID="{85B93EC2-982B-4C02-A8CE-419F69B41ACA}" presName="child" presStyleLbl="bgAccFollowNode1" presStyleIdx="14" presStyleCnt="17" custLinFactNeighborX="-33920" custLinFactNeighborY="-1374"/>
      <dgm:spPr/>
    </dgm:pt>
    <dgm:pt modelId="{7DF42A3A-22A7-414C-B84E-1F14B99AC416}" type="pres">
      <dgm:prSet presAssocID="{85B93EC2-982B-4C02-A8CE-419F69B41ACA}" presName="childTx" presStyleLbl="bgAccFollowNode1" presStyleIdx="14" presStyleCnt="17">
        <dgm:presLayoutVars>
          <dgm:bulletEnabled val="1"/>
        </dgm:presLayoutVars>
      </dgm:prSet>
      <dgm:spPr/>
    </dgm:pt>
    <dgm:pt modelId="{47F42016-DE63-4B5E-98C7-686BFD441738}" type="pres">
      <dgm:prSet presAssocID="{28C89411-2B01-41E9-8274-DDD7006030DA}" presName="comp" presStyleCnt="0"/>
      <dgm:spPr/>
    </dgm:pt>
    <dgm:pt modelId="{F2A9C5CA-23F2-45CC-8C35-9676AD1B9D5A}" type="pres">
      <dgm:prSet presAssocID="{28C89411-2B01-41E9-8274-DDD7006030DA}" presName="child" presStyleLbl="bgAccFollowNode1" presStyleIdx="15" presStyleCnt="17" custLinFactNeighborX="-33920" custLinFactNeighborY="-1374"/>
      <dgm:spPr/>
    </dgm:pt>
    <dgm:pt modelId="{7C0D7CEE-B755-4FC2-8B2E-905A3D94C71B}" type="pres">
      <dgm:prSet presAssocID="{28C89411-2B01-41E9-8274-DDD7006030DA}" presName="childTx" presStyleLbl="bgAccFollowNode1" presStyleIdx="15" presStyleCnt="17">
        <dgm:presLayoutVars>
          <dgm:bulletEnabled val="1"/>
        </dgm:presLayoutVars>
      </dgm:prSet>
      <dgm:spPr/>
    </dgm:pt>
    <dgm:pt modelId="{74A7A3ED-4819-4997-94CE-DCA17C9EC51D}" type="pres">
      <dgm:prSet presAssocID="{6EE420E1-922D-4C85-85FB-16324D0852A4}" presName="comp" presStyleCnt="0"/>
      <dgm:spPr/>
    </dgm:pt>
    <dgm:pt modelId="{69373249-1CA5-43C2-9B52-BA36A7C69C11}" type="pres">
      <dgm:prSet presAssocID="{6EE420E1-922D-4C85-85FB-16324D0852A4}" presName="child" presStyleLbl="bgAccFollowNode1" presStyleIdx="16" presStyleCnt="17" custLinFactNeighborX="-33920" custLinFactNeighborY="-1374"/>
      <dgm:spPr/>
    </dgm:pt>
    <dgm:pt modelId="{102DE0C6-D8E3-4620-89A1-AD26870A8E7B}" type="pres">
      <dgm:prSet presAssocID="{6EE420E1-922D-4C85-85FB-16324D0852A4}" presName="childTx" presStyleLbl="bgAccFollowNode1" presStyleIdx="16" presStyleCnt="17">
        <dgm:presLayoutVars>
          <dgm:bulletEnabled val="1"/>
        </dgm:presLayoutVars>
      </dgm:prSet>
      <dgm:spPr/>
    </dgm:pt>
    <dgm:pt modelId="{1ACD62BD-37A9-44BB-8A73-3D533D0318E3}" type="pres">
      <dgm:prSet presAssocID="{DB9FB862-4759-4D6A-84F3-01524B92723B}" presName="negSpace" presStyleCnt="0"/>
      <dgm:spPr/>
    </dgm:pt>
    <dgm:pt modelId="{69226676-7B84-4407-B251-53F22C063F6E}" type="pres">
      <dgm:prSet presAssocID="{DB9FB862-4759-4D6A-84F3-01524B92723B}" presName="circle" presStyleLbl="node1" presStyleIdx="3" presStyleCnt="4" custScaleX="195444" custScaleY="143145" custLinFactNeighborX="-48332" custLinFactNeighborY="-5449"/>
      <dgm:spPr/>
    </dgm:pt>
  </dgm:ptLst>
  <dgm:cxnLst>
    <dgm:cxn modelId="{463E8404-F88D-4A81-9A35-1CE00357E19F}" type="presOf" srcId="{B389FE5B-53D8-4427-A8AD-72ECC471323E}" destId="{210D29AE-6F8D-4C46-8112-18AF17D8CD23}" srcOrd="1" destOrd="0" presId="urn:microsoft.com/office/officeart/2005/8/layout/hList9"/>
    <dgm:cxn modelId="{118D6308-B5FB-4C0D-BAC7-AC4DFCD6D58B}" type="presOf" srcId="{621F5721-CE6C-4594-9958-72E5AA1941ED}" destId="{1BA260C2-9C91-41B1-941E-B6DC8B0E9EB7}" srcOrd="1" destOrd="0" presId="urn:microsoft.com/office/officeart/2005/8/layout/hList9"/>
    <dgm:cxn modelId="{91E5380B-556D-40F8-ABFD-10D81CAF19AA}" type="presOf" srcId="{7CB6360B-4022-4E96-922B-A12DE0E2A39F}" destId="{D685DD23-B321-4B5E-842F-394CB33239FA}" srcOrd="1" destOrd="0" presId="urn:microsoft.com/office/officeart/2005/8/layout/hList9"/>
    <dgm:cxn modelId="{6E097111-ADB6-46A0-872E-9778E2634AF3}" type="presOf" srcId="{AABCA24F-54F9-4114-8891-699A496EA9AE}" destId="{72AC9EAC-BCD0-4A2D-8612-F09D47148D71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84682B1A-7818-4509-83EE-2886A98E8A90}" type="presOf" srcId="{A16880C6-7D68-4948-ACCF-79892605EAC8}" destId="{FBDD7FE6-0F8B-44A0-AE0C-3B2AD3CC07AD}" srcOrd="0" destOrd="0" presId="urn:microsoft.com/office/officeart/2005/8/layout/hList9"/>
    <dgm:cxn modelId="{D2D4811D-DAD9-4F2F-B366-EC86379ED75A}" type="presOf" srcId="{AAD5F8AC-6C23-4597-956D-D275786D34EB}" destId="{8B42A167-94E4-4EE4-8A5D-493859E57EC5}" srcOrd="1" destOrd="0" presId="urn:microsoft.com/office/officeart/2005/8/layout/hList9"/>
    <dgm:cxn modelId="{D376AE1E-9E8D-44EB-80FC-823F209304AA}" srcId="{D5197DDB-D5D2-499F-B255-CF7BB5AE2B43}" destId="{A16880C6-7D68-4948-ACCF-79892605EAC8}" srcOrd="1" destOrd="0" parTransId="{096FB429-D28A-4E7C-96F3-20FFD79257C3}" sibTransId="{A442F457-741A-45DD-BFCB-F271E3335A6E}"/>
    <dgm:cxn modelId="{53FF6B25-D8E0-40E0-8A03-3CF6C4DF59BA}" type="presOf" srcId="{28C89411-2B01-41E9-8274-DDD7006030DA}" destId="{F2A9C5CA-23F2-45CC-8C35-9676AD1B9D5A}" srcOrd="0" destOrd="0" presId="urn:microsoft.com/office/officeart/2005/8/layout/hList9"/>
    <dgm:cxn modelId="{F06E0728-8399-440D-A82D-10B00812519D}" srcId="{D5197DDB-D5D2-499F-B255-CF7BB5AE2B43}" destId="{EA10134D-095E-40CA-9F6B-98412C29FAC6}" srcOrd="3" destOrd="0" parTransId="{DBB72CAB-A77F-4C95-9EAA-AF4ABCECC905}" sibTransId="{667B5842-02CD-4A20-BC37-70503CD97536}"/>
    <dgm:cxn modelId="{70AA2139-FA57-4EAA-83C0-CFBB31F3B2CD}" type="presOf" srcId="{9D72CDD3-5859-43DB-BD75-0C3C30E3DE62}" destId="{187D4E8C-5C91-4D00-870C-2C45D4EA263C}" srcOrd="1" destOrd="0" presId="urn:microsoft.com/office/officeart/2005/8/layout/hList9"/>
    <dgm:cxn modelId="{855AAB3A-8780-482B-91B9-34F38B3262CD}" type="presOf" srcId="{06B9F379-0FBC-4679-A4CF-9FDCF6C36FCC}" destId="{2C4960A3-2C5B-4B02-914C-877EA08BB3E0}" srcOrd="1" destOrd="0" presId="urn:microsoft.com/office/officeart/2005/8/layout/hList9"/>
    <dgm:cxn modelId="{B9A2C363-504B-4A7B-A1A0-9C94F8AFE4BD}" srcId="{DB9FB862-4759-4D6A-84F3-01524B92723B}" destId="{28C89411-2B01-41E9-8274-DDD7006030DA}" srcOrd="3" destOrd="0" parTransId="{77FD02A2-21FF-426B-B768-B5B3320E2F0E}" sibTransId="{EA812954-E907-4BE3-AE9A-78B934CCF81B}"/>
    <dgm:cxn modelId="{97DD8B45-B346-4C7F-BD2C-3171CE4F290D}" srcId="{D5197DDB-D5D2-499F-B255-CF7BB5AE2B43}" destId="{621F5721-CE6C-4594-9958-72E5AA1941ED}" srcOrd="0" destOrd="0" parTransId="{5E60E7B0-4718-448E-8C5C-5542750BE6D5}" sibTransId="{7E67761A-1206-4E52-8003-2ADB17C18A27}"/>
    <dgm:cxn modelId="{B3959866-1E8E-4D53-8492-07B0613CD41A}" type="presOf" srcId="{A16880C6-7D68-4948-ACCF-79892605EAC8}" destId="{BBEE5F82-DC71-48B2-B53D-C1C1A76F0315}" srcOrd="1" destOrd="0" presId="urn:microsoft.com/office/officeart/2005/8/layout/hList9"/>
    <dgm:cxn modelId="{691AA34C-9304-4053-9A6E-B0AC84AB8638}" type="presOf" srcId="{B3A4CFCF-8579-42FB-ABC3-AF036B385751}" destId="{B7C9C597-8C2B-4944-B28F-245541F5ED8A}" srcOrd="1" destOrd="0" presId="urn:microsoft.com/office/officeart/2005/8/layout/hList9"/>
    <dgm:cxn modelId="{4796CF50-D4B3-417F-8058-CDEF38821F1F}" type="presOf" srcId="{EA10134D-095E-40CA-9F6B-98412C29FAC6}" destId="{5C5CDE35-6454-4D87-ACD7-39D3292D600F}" srcOrd="1" destOrd="0" presId="urn:microsoft.com/office/officeart/2005/8/layout/hList9"/>
    <dgm:cxn modelId="{3F290A52-8A4A-4469-9AB4-D811A6E23C3C}" type="presOf" srcId="{F9D46839-CD06-4669-AAE4-4D1E9AFEDA78}" destId="{59179C9B-8BA4-4AC7-ACB1-A12DE00142E2}" srcOrd="0" destOrd="0" presId="urn:microsoft.com/office/officeart/2005/8/layout/hList9"/>
    <dgm:cxn modelId="{7E486072-DC86-45CE-9FA7-54ECD9DEC693}" type="presOf" srcId="{85B93EC2-982B-4C02-A8CE-419F69B41ACA}" destId="{2E447C66-EB28-4EBC-9942-68E964C91CB6}" srcOrd="0" destOrd="0" presId="urn:microsoft.com/office/officeart/2005/8/layout/hList9"/>
    <dgm:cxn modelId="{3204ED53-15A0-4643-A582-021A785F1BA2}" srcId="{00C18FBF-3FF5-4C16-97CF-AF03740D7AB6}" destId="{D5197DDB-D5D2-499F-B255-CF7BB5AE2B43}" srcOrd="1" destOrd="0" parTransId="{B14A4DC9-F40A-4867-ADB8-4BA8A1F83766}" sibTransId="{29F2454A-2FA8-4B3A-AC63-4A0B9FD04A75}"/>
    <dgm:cxn modelId="{0AD23A77-D818-497C-B237-98E8943EE756}" type="presOf" srcId="{50451020-5E1A-4778-9E8D-169182A36191}" destId="{CAB7603B-0E9A-48C0-A031-DCD4590D8F2A}" srcOrd="1" destOrd="0" presId="urn:microsoft.com/office/officeart/2005/8/layout/hList9"/>
    <dgm:cxn modelId="{37046B77-CB75-43D4-9483-F1B37EB8D9FB}" type="presOf" srcId="{F93D1B19-3291-4E17-AA88-B7FB150C064F}" destId="{8414F751-81A8-4F83-AB61-87B6590191AC}" srcOrd="1" destOrd="0" presId="urn:microsoft.com/office/officeart/2005/8/layout/hList9"/>
    <dgm:cxn modelId="{8FAB4659-6291-457D-941A-93BCD304031A}" srcId="{B4F1B46E-22B2-4721-950C-8704487586DC}" destId="{70879558-61CA-4CCD-B2D6-5349B01EF337}" srcOrd="3" destOrd="0" parTransId="{95F5E6EE-4E8D-49F8-8C9E-8BBFD01B6A0E}" sibTransId="{053E317B-DD3F-4AFF-90D1-A55D37D325DC}"/>
    <dgm:cxn modelId="{9B61C481-6B10-41D3-9BD5-E394506BBD84}" type="presOf" srcId="{6EE420E1-922D-4C85-85FB-16324D0852A4}" destId="{102DE0C6-D8E3-4620-89A1-AD26870A8E7B}" srcOrd="1" destOrd="0" presId="urn:microsoft.com/office/officeart/2005/8/layout/hList9"/>
    <dgm:cxn modelId="{EE042382-9568-4309-978F-B3F649F0ACC8}" srcId="{DB9FB862-4759-4D6A-84F3-01524B92723B}" destId="{85B93EC2-982B-4C02-A8CE-419F69B41ACA}" srcOrd="2" destOrd="0" parTransId="{DD72EA39-73C3-46AD-8FEF-2328569DC67B}" sibTransId="{C88B4100-B295-4351-9E6B-670D6C3CB443}"/>
    <dgm:cxn modelId="{FC7BD086-74EA-4D6C-9657-E916D355F209}" srcId="{00C18FBF-3FF5-4C16-97CF-AF03740D7AB6}" destId="{9614A323-64B1-4077-A841-022051EC749A}" srcOrd="2" destOrd="0" parTransId="{E5F6BCBD-B84E-4018-BE9E-BF57FF3B4B36}" sibTransId="{FEC2A79F-8857-403A-A738-E8CE75C965E2}"/>
    <dgm:cxn modelId="{C1488C89-F7A3-43DB-B5FF-4E8E0D0AB105}" srcId="{9614A323-64B1-4077-A841-022051EC749A}" destId="{B3A4CFCF-8579-42FB-ABC3-AF036B385751}" srcOrd="1" destOrd="0" parTransId="{F51E3C80-D469-4003-A619-E22F0894E520}" sibTransId="{2F0B5642-0483-4206-86EF-FB06458376CD}"/>
    <dgm:cxn modelId="{8C151592-5A2C-4933-BD00-B6409F3ADF3F}" type="presOf" srcId="{9614A323-64B1-4077-A841-022051EC749A}" destId="{38BDFE91-DC84-4E35-8A15-4802AA0AF531}" srcOrd="0" destOrd="0" presId="urn:microsoft.com/office/officeart/2005/8/layout/hList9"/>
    <dgm:cxn modelId="{2FB7D298-E00D-4CD5-BF0B-252D6C9AA9DC}" srcId="{DB9FB862-4759-4D6A-84F3-01524B92723B}" destId="{B389FE5B-53D8-4427-A8AD-72ECC471323E}" srcOrd="1" destOrd="0" parTransId="{32412EB8-57ED-4F25-B1F4-1C1685F6945A}" sibTransId="{F963F9C1-ADAC-451D-8D00-37136AE00AC4}"/>
    <dgm:cxn modelId="{DDB5AD9A-40B0-48EF-AF2C-8CCDA330F7FE}" srcId="{B4F1B46E-22B2-4721-950C-8704487586DC}" destId="{9D72CDD3-5859-43DB-BD75-0C3C30E3DE62}" srcOrd="0" destOrd="0" parTransId="{1D5B1F83-33A7-4298-BC11-2B1252AFAEA5}" sibTransId="{15E25BD4-1EBF-43C2-8885-DBF66B8429E1}"/>
    <dgm:cxn modelId="{2944D79F-61B2-408E-8DEB-00BC3E36523E}" type="presOf" srcId="{AABCA24F-54F9-4114-8891-699A496EA9AE}" destId="{D8DA147B-8C30-42CE-85D6-6B9053C6E13F}" srcOrd="1" destOrd="0" presId="urn:microsoft.com/office/officeart/2005/8/layout/hList9"/>
    <dgm:cxn modelId="{AD25A8A0-4628-40E2-8C9E-64E6AD4D4D91}" srcId="{B4F1B46E-22B2-4721-950C-8704487586DC}" destId="{F9D46839-CD06-4669-AAE4-4D1E9AFEDA78}" srcOrd="1" destOrd="0" parTransId="{B6B535D8-00AB-4FA1-AAEC-92498ABC6F4C}" sibTransId="{6497F199-DC2A-41F9-A449-D395E6BC4900}"/>
    <dgm:cxn modelId="{FCC17DA1-F15B-4392-B27A-53BB785E559C}" type="presOf" srcId="{D5197DDB-D5D2-499F-B255-CF7BB5AE2B43}" destId="{CBDBED7C-E4C8-4363-B2F1-5441894E4EFB}" srcOrd="0" destOrd="0" presId="urn:microsoft.com/office/officeart/2005/8/layout/hList9"/>
    <dgm:cxn modelId="{21D055A5-CBB1-41D6-848C-5D37574C83D2}" srcId="{9614A323-64B1-4077-A841-022051EC749A}" destId="{AAD5F8AC-6C23-4597-956D-D275786D34EB}" srcOrd="2" destOrd="0" parTransId="{EDE0D4E3-2C6E-4504-AC7C-D3B5E6286375}" sibTransId="{E5783EA2-05F5-4196-BF4B-9A3E660BBFF0}"/>
    <dgm:cxn modelId="{69FE84A8-EFBD-4BC2-9877-9D780B1FB054}" srcId="{9614A323-64B1-4077-A841-022051EC749A}" destId="{AABCA24F-54F9-4114-8891-699A496EA9AE}" srcOrd="0" destOrd="0" parTransId="{E2D99E65-F92D-4A92-ABA9-07239CB76896}" sibTransId="{ABEB9657-F406-4283-87EB-C85B04B9B8D9}"/>
    <dgm:cxn modelId="{3EF668B1-7B6A-40A1-9E64-0829B2EF0539}" type="presOf" srcId="{F9D46839-CD06-4669-AAE4-4D1E9AFEDA78}" destId="{4AE7D907-B6F4-4647-AB3F-ABE94C438AE8}" srcOrd="1" destOrd="0" presId="urn:microsoft.com/office/officeart/2005/8/layout/hList9"/>
    <dgm:cxn modelId="{2C8317B2-2EBB-4589-86EA-C77B3B6E81AA}" srcId="{00C18FBF-3FF5-4C16-97CF-AF03740D7AB6}" destId="{B4F1B46E-22B2-4721-950C-8704487586DC}" srcOrd="0" destOrd="0" parTransId="{E8A66543-CC4D-4785-A93E-5B125E09F826}" sibTransId="{A7E2530A-34E2-4E9F-BC78-8920BA140C41}"/>
    <dgm:cxn modelId="{CD5EFFB3-C9FD-4DAC-8D97-0C2FB02B380B}" srcId="{B4F1B46E-22B2-4721-950C-8704487586DC}" destId="{7CB6360B-4022-4E96-922B-A12DE0E2A39F}" srcOrd="2" destOrd="0" parTransId="{44B2858F-607B-47DF-B44B-EA7D73FDC9F2}" sibTransId="{B35ED9D1-2A17-4034-8D08-4945CA54F6C9}"/>
    <dgm:cxn modelId="{C14BF5C0-7FC5-4BA5-9F82-C3AA0D960A9D}" srcId="{9614A323-64B1-4077-A841-022051EC749A}" destId="{F93D1B19-3291-4E17-AA88-B7FB150C064F}" srcOrd="3" destOrd="0" parTransId="{142113C2-12E6-409C-94B1-0DB6E0E240EF}" sibTransId="{A1DCBED2-6FC9-4E7C-9DD2-2AA01C61C326}"/>
    <dgm:cxn modelId="{FDC149C5-F4B1-44A1-AC0C-ECFE98DDD3D0}" type="presOf" srcId="{6EE420E1-922D-4C85-85FB-16324D0852A4}" destId="{69373249-1CA5-43C2-9B52-BA36A7C69C11}" srcOrd="0" destOrd="0" presId="urn:microsoft.com/office/officeart/2005/8/layout/hList9"/>
    <dgm:cxn modelId="{2DF4FDC6-9998-45E2-B49B-7BDDAE43878E}" type="presOf" srcId="{B4F1B46E-22B2-4721-950C-8704487586DC}" destId="{FC7ED273-8CFD-43C2-9C05-44FADF3E0637}" srcOrd="0" destOrd="0" presId="urn:microsoft.com/office/officeart/2005/8/layout/hList9"/>
    <dgm:cxn modelId="{D9205BCD-8E09-43C5-8A02-CB02C4101F88}" type="presOf" srcId="{AAD5F8AC-6C23-4597-956D-D275786D34EB}" destId="{AC6AA3B2-F7BD-4DBC-8658-A0E24F8CAED5}" srcOrd="0" destOrd="0" presId="urn:microsoft.com/office/officeart/2005/8/layout/hList9"/>
    <dgm:cxn modelId="{8DA4F2D0-7756-4458-ACCF-4C0709F3E287}" srcId="{DB9FB862-4759-4D6A-84F3-01524B92723B}" destId="{6EE420E1-922D-4C85-85FB-16324D0852A4}" srcOrd="4" destOrd="0" parTransId="{4A90E5E3-B244-4262-9ADE-EBBB3284F15F}" sibTransId="{585BA18E-439E-41F6-869D-D4FA45232B6D}"/>
    <dgm:cxn modelId="{AACC54D1-0243-46E9-9624-A663799E8A06}" type="presOf" srcId="{9D72CDD3-5859-43DB-BD75-0C3C30E3DE62}" destId="{6B08AC4B-4CEC-41E5-AE19-47A4E2720563}" srcOrd="0" destOrd="0" presId="urn:microsoft.com/office/officeart/2005/8/layout/hList9"/>
    <dgm:cxn modelId="{A425FCD1-D4F6-42A8-B44E-216F9443859C}" srcId="{D5197DDB-D5D2-499F-B255-CF7BB5AE2B43}" destId="{06B9F379-0FBC-4679-A4CF-9FDCF6C36FCC}" srcOrd="2" destOrd="0" parTransId="{5BEF6586-3584-4315-BCFF-EA43DBF47A3B}" sibTransId="{9A40CFD8-3684-4DD2-9F70-73A6A2F6B6F3}"/>
    <dgm:cxn modelId="{F3210AD4-6CEB-4017-A75B-E24F2FA3B062}" type="presOf" srcId="{70879558-61CA-4CCD-B2D6-5349B01EF337}" destId="{51F68A05-A560-4C6F-BC90-521AEF3B0907}" srcOrd="0" destOrd="0" presId="urn:microsoft.com/office/officeart/2005/8/layout/hList9"/>
    <dgm:cxn modelId="{24905CD8-12CD-4A77-9F7A-01CA320FF644}" type="presOf" srcId="{B389FE5B-53D8-4427-A8AD-72ECC471323E}" destId="{F013BCCC-175D-47EB-BB40-008AA9BFF93C}" srcOrd="0" destOrd="0" presId="urn:microsoft.com/office/officeart/2005/8/layout/hList9"/>
    <dgm:cxn modelId="{0F86DBDB-3C4F-4C84-981B-7F4CA2A8EAF3}" srcId="{DB9FB862-4759-4D6A-84F3-01524B92723B}" destId="{50451020-5E1A-4778-9E8D-169182A36191}" srcOrd="0" destOrd="0" parTransId="{7DFC3849-4A12-49FB-B614-8AFD597CCB9E}" sibTransId="{EEDE2474-4F18-4F59-8E58-6382D253E514}"/>
    <dgm:cxn modelId="{EF5047DE-75CA-4BE6-BCC2-96F2F4332408}" type="presOf" srcId="{50451020-5E1A-4778-9E8D-169182A36191}" destId="{C1F19226-E171-4933-BA2F-F3AB7038C301}" srcOrd="0" destOrd="0" presId="urn:microsoft.com/office/officeart/2005/8/layout/hList9"/>
    <dgm:cxn modelId="{B4E1F1DE-0C18-4ED3-9D16-705EE249668B}" type="presOf" srcId="{EA10134D-095E-40CA-9F6B-98412C29FAC6}" destId="{625F3147-9BFE-46B2-818C-46F1484E6B6A}" srcOrd="0" destOrd="0" presId="urn:microsoft.com/office/officeart/2005/8/layout/hList9"/>
    <dgm:cxn modelId="{2AA185E3-DD15-4FD1-83B9-F6C6DFF86C62}" type="presOf" srcId="{F93D1B19-3291-4E17-AA88-B7FB150C064F}" destId="{BEBE39A4-D286-45BE-8C26-99DDC2614E7C}" srcOrd="0" destOrd="0" presId="urn:microsoft.com/office/officeart/2005/8/layout/hList9"/>
    <dgm:cxn modelId="{5420F7E4-1DCA-4537-966D-2D84AC763F55}" type="presOf" srcId="{B3A4CFCF-8579-42FB-ABC3-AF036B385751}" destId="{EAD1BD7D-225C-48A4-90CC-92464D1A0043}" srcOrd="0" destOrd="0" presId="urn:microsoft.com/office/officeart/2005/8/layout/hList9"/>
    <dgm:cxn modelId="{2731F0E7-E943-4325-BA04-0E58C18F6066}" type="presOf" srcId="{06B9F379-0FBC-4679-A4CF-9FDCF6C36FCC}" destId="{D11A74E1-5FCB-4366-9790-51977417C95D}" srcOrd="0" destOrd="0" presId="urn:microsoft.com/office/officeart/2005/8/layout/hList9"/>
    <dgm:cxn modelId="{320F8CE8-6370-44FE-8716-76B0827ECEE1}" type="presOf" srcId="{85B93EC2-982B-4C02-A8CE-419F69B41ACA}" destId="{7DF42A3A-22A7-414C-B84E-1F14B99AC416}" srcOrd="1" destOrd="0" presId="urn:microsoft.com/office/officeart/2005/8/layout/hList9"/>
    <dgm:cxn modelId="{42FB0EEE-AB8B-4095-BEF0-44A0B014C1BC}" type="presOf" srcId="{DB9FB862-4759-4D6A-84F3-01524B92723B}" destId="{69226676-7B84-4407-B251-53F22C063F6E}" srcOrd="0" destOrd="0" presId="urn:microsoft.com/office/officeart/2005/8/layout/hList9"/>
    <dgm:cxn modelId="{92B5CCEF-1CDF-4025-ACF6-0780E13B9A00}" type="presOf" srcId="{7CB6360B-4022-4E96-922B-A12DE0E2A39F}" destId="{1877502C-A892-4DC0-ADA6-FA065097BB90}" srcOrd="0" destOrd="0" presId="urn:microsoft.com/office/officeart/2005/8/layout/hList9"/>
    <dgm:cxn modelId="{62ECA4F6-D6A0-41F0-AB7C-2AA480A6F080}" type="presOf" srcId="{70879558-61CA-4CCD-B2D6-5349B01EF337}" destId="{3EBE42F0-6491-49CC-95DC-985BA00CD458}" srcOrd="1" destOrd="0" presId="urn:microsoft.com/office/officeart/2005/8/layout/hList9"/>
    <dgm:cxn modelId="{9130D2F7-3F56-4BEB-9D34-83A97E85A106}" type="presOf" srcId="{28C89411-2B01-41E9-8274-DDD7006030DA}" destId="{7C0D7CEE-B755-4FC2-8B2E-905A3D94C71B}" srcOrd="1" destOrd="0" presId="urn:microsoft.com/office/officeart/2005/8/layout/hList9"/>
    <dgm:cxn modelId="{41A851FA-540A-4B03-803C-1D3C4069615C}" type="presOf" srcId="{621F5721-CE6C-4594-9958-72E5AA1941ED}" destId="{794955AD-1927-49A0-84E8-2CCDC252516A}" srcOrd="0" destOrd="0" presId="urn:microsoft.com/office/officeart/2005/8/layout/hList9"/>
    <dgm:cxn modelId="{70CAB4FC-3D17-49C2-8A7B-F387031FCDCA}" srcId="{00C18FBF-3FF5-4C16-97CF-AF03740D7AB6}" destId="{DB9FB862-4759-4D6A-84F3-01524B92723B}" srcOrd="3" destOrd="0" parTransId="{CD1EE44C-3116-420B-89E3-1D797CB25D34}" sibTransId="{4BD4D4A5-043E-4ED5-A5CA-8D46DADC3150}"/>
    <dgm:cxn modelId="{E1D1E23B-EC87-45CC-9E87-38B27A23764D}" type="presParOf" srcId="{0DC7A063-583D-4B0F-88B2-BD54F95D95AF}" destId="{3B23570A-ECC9-4DF8-BCB4-0465C69CBB88}" srcOrd="0" destOrd="0" presId="urn:microsoft.com/office/officeart/2005/8/layout/hList9"/>
    <dgm:cxn modelId="{82537023-5CD7-4BB7-84CF-DE8196338CF2}" type="presParOf" srcId="{0DC7A063-583D-4B0F-88B2-BD54F95D95AF}" destId="{FC66A233-6BBA-46AF-B2F6-28E379B158E2}" srcOrd="1" destOrd="0" presId="urn:microsoft.com/office/officeart/2005/8/layout/hList9"/>
    <dgm:cxn modelId="{5DFED7C8-2E54-4441-B032-3A4788B2A8D3}" type="presParOf" srcId="{FC66A233-6BBA-46AF-B2F6-28E379B158E2}" destId="{46739A04-1AA3-49C6-8EA7-EB1DE975B900}" srcOrd="0" destOrd="0" presId="urn:microsoft.com/office/officeart/2005/8/layout/hList9"/>
    <dgm:cxn modelId="{59D81910-4316-4EAE-9A67-0B3EDF027306}" type="presParOf" srcId="{FC66A233-6BBA-46AF-B2F6-28E379B158E2}" destId="{535C6EC9-8098-42C5-8527-E62FF045E4EB}" srcOrd="1" destOrd="0" presId="urn:microsoft.com/office/officeart/2005/8/layout/hList9"/>
    <dgm:cxn modelId="{C4FBC461-0B5D-4B7E-9CAF-A88B1223F18A}" type="presParOf" srcId="{535C6EC9-8098-42C5-8527-E62FF045E4EB}" destId="{6B08AC4B-4CEC-41E5-AE19-47A4E2720563}" srcOrd="0" destOrd="0" presId="urn:microsoft.com/office/officeart/2005/8/layout/hList9"/>
    <dgm:cxn modelId="{16A1B336-CE68-4171-8D18-284543992BEA}" type="presParOf" srcId="{535C6EC9-8098-42C5-8527-E62FF045E4EB}" destId="{187D4E8C-5C91-4D00-870C-2C45D4EA263C}" srcOrd="1" destOrd="0" presId="urn:microsoft.com/office/officeart/2005/8/layout/hList9"/>
    <dgm:cxn modelId="{7A41C261-6E27-4943-9CD0-4E08EB7E56A7}" type="presParOf" srcId="{FC66A233-6BBA-46AF-B2F6-28E379B158E2}" destId="{ADF61BBD-28F4-4815-BC7F-82CF00464E8B}" srcOrd="2" destOrd="0" presId="urn:microsoft.com/office/officeart/2005/8/layout/hList9"/>
    <dgm:cxn modelId="{03CD72CE-2160-4837-B2C9-B73CABBC437B}" type="presParOf" srcId="{ADF61BBD-28F4-4815-BC7F-82CF00464E8B}" destId="{59179C9B-8BA4-4AC7-ACB1-A12DE00142E2}" srcOrd="0" destOrd="0" presId="urn:microsoft.com/office/officeart/2005/8/layout/hList9"/>
    <dgm:cxn modelId="{F9662DB2-653F-4128-AA82-4C07C6F00722}" type="presParOf" srcId="{ADF61BBD-28F4-4815-BC7F-82CF00464E8B}" destId="{4AE7D907-B6F4-4647-AB3F-ABE94C438AE8}" srcOrd="1" destOrd="0" presId="urn:microsoft.com/office/officeart/2005/8/layout/hList9"/>
    <dgm:cxn modelId="{03977053-B57D-4C39-B7C2-51CB96F9B4FC}" type="presParOf" srcId="{FC66A233-6BBA-46AF-B2F6-28E379B158E2}" destId="{E50A9A83-9985-4184-A476-E3402BD8E76E}" srcOrd="3" destOrd="0" presId="urn:microsoft.com/office/officeart/2005/8/layout/hList9"/>
    <dgm:cxn modelId="{8AFFD233-399B-4D57-9BB6-80A351FA6A3B}" type="presParOf" srcId="{E50A9A83-9985-4184-A476-E3402BD8E76E}" destId="{1877502C-A892-4DC0-ADA6-FA065097BB90}" srcOrd="0" destOrd="0" presId="urn:microsoft.com/office/officeart/2005/8/layout/hList9"/>
    <dgm:cxn modelId="{9909963A-5660-453F-8E99-8BCC82487A65}" type="presParOf" srcId="{E50A9A83-9985-4184-A476-E3402BD8E76E}" destId="{D685DD23-B321-4B5E-842F-394CB33239FA}" srcOrd="1" destOrd="0" presId="urn:microsoft.com/office/officeart/2005/8/layout/hList9"/>
    <dgm:cxn modelId="{B628A148-8501-42F8-B49E-281D353B606E}" type="presParOf" srcId="{FC66A233-6BBA-46AF-B2F6-28E379B158E2}" destId="{E5677DE7-299C-4C9C-A4BC-6335CC601D12}" srcOrd="4" destOrd="0" presId="urn:microsoft.com/office/officeart/2005/8/layout/hList9"/>
    <dgm:cxn modelId="{8D569982-26E1-4090-9C18-DC58158F325D}" type="presParOf" srcId="{E5677DE7-299C-4C9C-A4BC-6335CC601D12}" destId="{51F68A05-A560-4C6F-BC90-521AEF3B0907}" srcOrd="0" destOrd="0" presId="urn:microsoft.com/office/officeart/2005/8/layout/hList9"/>
    <dgm:cxn modelId="{2FA9E744-008C-4725-86D6-3B7B8883E6D9}" type="presParOf" srcId="{E5677DE7-299C-4C9C-A4BC-6335CC601D12}" destId="{3EBE42F0-6491-49CC-95DC-985BA00CD458}" srcOrd="1" destOrd="0" presId="urn:microsoft.com/office/officeart/2005/8/layout/hList9"/>
    <dgm:cxn modelId="{DEF99A7A-98F1-424D-AC92-7C6B69A0E544}" type="presParOf" srcId="{0DC7A063-583D-4B0F-88B2-BD54F95D95AF}" destId="{3845DB9A-BEF3-4D5D-B9C7-5FC0456401AC}" srcOrd="2" destOrd="0" presId="urn:microsoft.com/office/officeart/2005/8/layout/hList9"/>
    <dgm:cxn modelId="{ACD8FD0D-39C9-49DB-B77E-B03522FDF5FC}" type="presParOf" srcId="{0DC7A063-583D-4B0F-88B2-BD54F95D95AF}" destId="{FC7ED273-8CFD-43C2-9C05-44FADF3E0637}" srcOrd="3" destOrd="0" presId="urn:microsoft.com/office/officeart/2005/8/layout/hList9"/>
    <dgm:cxn modelId="{2C72EC61-81F4-4DCD-A533-255CBC66AE34}" type="presParOf" srcId="{0DC7A063-583D-4B0F-88B2-BD54F95D95AF}" destId="{13C564B0-C27E-4ABA-AFDA-59E145B256BA}" srcOrd="4" destOrd="0" presId="urn:microsoft.com/office/officeart/2005/8/layout/hList9"/>
    <dgm:cxn modelId="{951D4502-B17D-4CF1-BD91-840C37F85E6F}" type="presParOf" srcId="{0DC7A063-583D-4B0F-88B2-BD54F95D95AF}" destId="{2251E69D-71D4-4225-8278-CEF2E0FCFE3F}" srcOrd="5" destOrd="0" presId="urn:microsoft.com/office/officeart/2005/8/layout/hList9"/>
    <dgm:cxn modelId="{2311C160-32A7-462B-BE2F-73544586EC4B}" type="presParOf" srcId="{0DC7A063-583D-4B0F-88B2-BD54F95D95AF}" destId="{C3ED22B8-D2AB-460C-B17E-A5DD560B88AA}" srcOrd="6" destOrd="0" presId="urn:microsoft.com/office/officeart/2005/8/layout/hList9"/>
    <dgm:cxn modelId="{120B6F7B-C941-4232-8104-2CF5F8C47BFD}" type="presParOf" srcId="{C3ED22B8-D2AB-460C-B17E-A5DD560B88AA}" destId="{0A3E5C38-EED4-43B9-9D98-FAE62E8909C0}" srcOrd="0" destOrd="0" presId="urn:microsoft.com/office/officeart/2005/8/layout/hList9"/>
    <dgm:cxn modelId="{5F949B40-561D-41F2-94D8-961DC0D8E08F}" type="presParOf" srcId="{C3ED22B8-D2AB-460C-B17E-A5DD560B88AA}" destId="{7A3C60BA-4D75-40E0-AA7F-6B2C8B99EA6D}" srcOrd="1" destOrd="0" presId="urn:microsoft.com/office/officeart/2005/8/layout/hList9"/>
    <dgm:cxn modelId="{EE26B209-E087-4CF8-A7F4-6DA5F9C590E3}" type="presParOf" srcId="{7A3C60BA-4D75-40E0-AA7F-6B2C8B99EA6D}" destId="{794955AD-1927-49A0-84E8-2CCDC252516A}" srcOrd="0" destOrd="0" presId="urn:microsoft.com/office/officeart/2005/8/layout/hList9"/>
    <dgm:cxn modelId="{D8219FBA-E1D6-4A8C-B3E7-76F327E008BB}" type="presParOf" srcId="{7A3C60BA-4D75-40E0-AA7F-6B2C8B99EA6D}" destId="{1BA260C2-9C91-41B1-941E-B6DC8B0E9EB7}" srcOrd="1" destOrd="0" presId="urn:microsoft.com/office/officeart/2005/8/layout/hList9"/>
    <dgm:cxn modelId="{BA9859D0-ED3B-4CE0-97CF-4577AFD1E095}" type="presParOf" srcId="{C3ED22B8-D2AB-460C-B17E-A5DD560B88AA}" destId="{EE539B57-4A7F-402B-93DA-9F88ACEF69CF}" srcOrd="2" destOrd="0" presId="urn:microsoft.com/office/officeart/2005/8/layout/hList9"/>
    <dgm:cxn modelId="{1AE5E72C-0E0D-400D-9FBF-DE52788D6CBE}" type="presParOf" srcId="{EE539B57-4A7F-402B-93DA-9F88ACEF69CF}" destId="{FBDD7FE6-0F8B-44A0-AE0C-3B2AD3CC07AD}" srcOrd="0" destOrd="0" presId="urn:microsoft.com/office/officeart/2005/8/layout/hList9"/>
    <dgm:cxn modelId="{30F03964-CC33-43F4-A242-55F377449688}" type="presParOf" srcId="{EE539B57-4A7F-402B-93DA-9F88ACEF69CF}" destId="{BBEE5F82-DC71-48B2-B53D-C1C1A76F0315}" srcOrd="1" destOrd="0" presId="urn:microsoft.com/office/officeart/2005/8/layout/hList9"/>
    <dgm:cxn modelId="{65D21940-5F18-4B7A-AA3B-59077521376E}" type="presParOf" srcId="{C3ED22B8-D2AB-460C-B17E-A5DD560B88AA}" destId="{A67A99EA-82CE-41F6-BBC5-E109318D2967}" srcOrd="3" destOrd="0" presId="urn:microsoft.com/office/officeart/2005/8/layout/hList9"/>
    <dgm:cxn modelId="{755B1F30-4045-40C1-82E0-78064F1ACD5C}" type="presParOf" srcId="{A67A99EA-82CE-41F6-BBC5-E109318D2967}" destId="{D11A74E1-5FCB-4366-9790-51977417C95D}" srcOrd="0" destOrd="0" presId="urn:microsoft.com/office/officeart/2005/8/layout/hList9"/>
    <dgm:cxn modelId="{179720A9-A090-4995-ADFE-A64AF5D3BB0D}" type="presParOf" srcId="{A67A99EA-82CE-41F6-BBC5-E109318D2967}" destId="{2C4960A3-2C5B-4B02-914C-877EA08BB3E0}" srcOrd="1" destOrd="0" presId="urn:microsoft.com/office/officeart/2005/8/layout/hList9"/>
    <dgm:cxn modelId="{7DB6E33D-A48E-4ABD-9063-DBFC3EB95000}" type="presParOf" srcId="{C3ED22B8-D2AB-460C-B17E-A5DD560B88AA}" destId="{23C6C96A-B12A-47BE-9985-EC629F84561D}" srcOrd="4" destOrd="0" presId="urn:microsoft.com/office/officeart/2005/8/layout/hList9"/>
    <dgm:cxn modelId="{05A0FE0F-16B6-4CCB-BED3-389955E5A8A9}" type="presParOf" srcId="{23C6C96A-B12A-47BE-9985-EC629F84561D}" destId="{625F3147-9BFE-46B2-818C-46F1484E6B6A}" srcOrd="0" destOrd="0" presId="urn:microsoft.com/office/officeart/2005/8/layout/hList9"/>
    <dgm:cxn modelId="{9D081C55-C329-4FC7-BD4C-967BC8C7311E}" type="presParOf" srcId="{23C6C96A-B12A-47BE-9985-EC629F84561D}" destId="{5C5CDE35-6454-4D87-ACD7-39D3292D600F}" srcOrd="1" destOrd="0" presId="urn:microsoft.com/office/officeart/2005/8/layout/hList9"/>
    <dgm:cxn modelId="{11742D23-75C8-4CC7-8EA6-7CD5F59282C3}" type="presParOf" srcId="{0DC7A063-583D-4B0F-88B2-BD54F95D95AF}" destId="{7303E416-2A8A-4BE3-9559-CBA57FD775B5}" srcOrd="7" destOrd="0" presId="urn:microsoft.com/office/officeart/2005/8/layout/hList9"/>
    <dgm:cxn modelId="{5A10EC82-4A11-4317-A8B1-300D703F266D}" type="presParOf" srcId="{0DC7A063-583D-4B0F-88B2-BD54F95D95AF}" destId="{CBDBED7C-E4C8-4363-B2F1-5441894E4EFB}" srcOrd="8" destOrd="0" presId="urn:microsoft.com/office/officeart/2005/8/layout/hList9"/>
    <dgm:cxn modelId="{A012DBEE-A682-4D95-93C9-C98BBA1604F2}" type="presParOf" srcId="{0DC7A063-583D-4B0F-88B2-BD54F95D95AF}" destId="{82C7FDD8-AFBD-4AEE-A0A7-9E00FBD25426}" srcOrd="9" destOrd="0" presId="urn:microsoft.com/office/officeart/2005/8/layout/hList9"/>
    <dgm:cxn modelId="{A1445C78-6E5C-4779-90F6-7A7E0B5DBA59}" type="presParOf" srcId="{0DC7A063-583D-4B0F-88B2-BD54F95D95AF}" destId="{CBAC1F13-E1E7-4497-8DA8-B54B4ABE1CF6}" srcOrd="10" destOrd="0" presId="urn:microsoft.com/office/officeart/2005/8/layout/hList9"/>
    <dgm:cxn modelId="{E2175A76-C56E-460E-9EE7-22CFB1C97539}" type="presParOf" srcId="{0DC7A063-583D-4B0F-88B2-BD54F95D95AF}" destId="{C25AE5EE-41B0-40EF-BDBF-3A09DB4EF3A1}" srcOrd="11" destOrd="0" presId="urn:microsoft.com/office/officeart/2005/8/layout/hList9"/>
    <dgm:cxn modelId="{E95CECDA-8244-4535-AB46-24C90AF28D85}" type="presParOf" srcId="{C25AE5EE-41B0-40EF-BDBF-3A09DB4EF3A1}" destId="{EE83A135-8337-45BE-9974-2097BCE9F8A7}" srcOrd="0" destOrd="0" presId="urn:microsoft.com/office/officeart/2005/8/layout/hList9"/>
    <dgm:cxn modelId="{CD1A6A0E-7012-4191-8C89-FF586BC9CEA8}" type="presParOf" srcId="{C25AE5EE-41B0-40EF-BDBF-3A09DB4EF3A1}" destId="{22B85C18-846F-4BFA-B063-24412BDF736F}" srcOrd="1" destOrd="0" presId="urn:microsoft.com/office/officeart/2005/8/layout/hList9"/>
    <dgm:cxn modelId="{641D75D2-90FE-4D2C-A919-C88D86564B82}" type="presParOf" srcId="{22B85C18-846F-4BFA-B063-24412BDF736F}" destId="{72AC9EAC-BCD0-4A2D-8612-F09D47148D71}" srcOrd="0" destOrd="0" presId="urn:microsoft.com/office/officeart/2005/8/layout/hList9"/>
    <dgm:cxn modelId="{96674ECC-BB5A-4ABF-B23B-BC0F4E46111F}" type="presParOf" srcId="{22B85C18-846F-4BFA-B063-24412BDF736F}" destId="{D8DA147B-8C30-42CE-85D6-6B9053C6E13F}" srcOrd="1" destOrd="0" presId="urn:microsoft.com/office/officeart/2005/8/layout/hList9"/>
    <dgm:cxn modelId="{A12EB7CB-9274-405A-9EE3-901C3EF7834A}" type="presParOf" srcId="{C25AE5EE-41B0-40EF-BDBF-3A09DB4EF3A1}" destId="{B40BC616-7983-461E-BE08-A6A57B9807A2}" srcOrd="2" destOrd="0" presId="urn:microsoft.com/office/officeart/2005/8/layout/hList9"/>
    <dgm:cxn modelId="{1BC34DF4-6D48-46C2-B60A-5D0FC4A2A7F2}" type="presParOf" srcId="{B40BC616-7983-461E-BE08-A6A57B9807A2}" destId="{EAD1BD7D-225C-48A4-90CC-92464D1A0043}" srcOrd="0" destOrd="0" presId="urn:microsoft.com/office/officeart/2005/8/layout/hList9"/>
    <dgm:cxn modelId="{374A37F7-4311-4F9D-99C1-AA76117E0277}" type="presParOf" srcId="{B40BC616-7983-461E-BE08-A6A57B9807A2}" destId="{B7C9C597-8C2B-4944-B28F-245541F5ED8A}" srcOrd="1" destOrd="0" presId="urn:microsoft.com/office/officeart/2005/8/layout/hList9"/>
    <dgm:cxn modelId="{A9AC6413-3756-4DD5-B07B-204706687709}" type="presParOf" srcId="{C25AE5EE-41B0-40EF-BDBF-3A09DB4EF3A1}" destId="{2A20FD18-A749-41BC-8823-7E5CB71E67E7}" srcOrd="3" destOrd="0" presId="urn:microsoft.com/office/officeart/2005/8/layout/hList9"/>
    <dgm:cxn modelId="{24D54594-F464-4803-A2EB-3384278D6189}" type="presParOf" srcId="{2A20FD18-A749-41BC-8823-7E5CB71E67E7}" destId="{AC6AA3B2-F7BD-4DBC-8658-A0E24F8CAED5}" srcOrd="0" destOrd="0" presId="urn:microsoft.com/office/officeart/2005/8/layout/hList9"/>
    <dgm:cxn modelId="{E0C9DE37-1174-4BA8-8972-E260F650B30F}" type="presParOf" srcId="{2A20FD18-A749-41BC-8823-7E5CB71E67E7}" destId="{8B42A167-94E4-4EE4-8A5D-493859E57EC5}" srcOrd="1" destOrd="0" presId="urn:microsoft.com/office/officeart/2005/8/layout/hList9"/>
    <dgm:cxn modelId="{27AFC204-9534-4BCC-B347-7FBDD0623507}" type="presParOf" srcId="{C25AE5EE-41B0-40EF-BDBF-3A09DB4EF3A1}" destId="{1F8B151D-CD7A-4F92-814A-3FDF28BAE06C}" srcOrd="4" destOrd="0" presId="urn:microsoft.com/office/officeart/2005/8/layout/hList9"/>
    <dgm:cxn modelId="{BF671ADE-2613-4243-9F89-85F3D35EB237}" type="presParOf" srcId="{1F8B151D-CD7A-4F92-814A-3FDF28BAE06C}" destId="{BEBE39A4-D286-45BE-8C26-99DDC2614E7C}" srcOrd="0" destOrd="0" presId="urn:microsoft.com/office/officeart/2005/8/layout/hList9"/>
    <dgm:cxn modelId="{243F10B3-B9E1-4827-89F4-525D1BE1A73D}" type="presParOf" srcId="{1F8B151D-CD7A-4F92-814A-3FDF28BAE06C}" destId="{8414F751-81A8-4F83-AB61-87B6590191AC}" srcOrd="1" destOrd="0" presId="urn:microsoft.com/office/officeart/2005/8/layout/hList9"/>
    <dgm:cxn modelId="{D6F93734-318A-43F1-B1D9-F8EC8965F629}" type="presParOf" srcId="{0DC7A063-583D-4B0F-88B2-BD54F95D95AF}" destId="{4665971C-4301-4860-95C3-8AAB39C64E38}" srcOrd="12" destOrd="0" presId="urn:microsoft.com/office/officeart/2005/8/layout/hList9"/>
    <dgm:cxn modelId="{35439E41-6A72-4B0F-A001-F54C00D26E0E}" type="presParOf" srcId="{0DC7A063-583D-4B0F-88B2-BD54F95D95AF}" destId="{38BDFE91-DC84-4E35-8A15-4802AA0AF531}" srcOrd="13" destOrd="0" presId="urn:microsoft.com/office/officeart/2005/8/layout/hList9"/>
    <dgm:cxn modelId="{19ABF5FB-640A-44D2-A24B-6A1C07864E08}" type="presParOf" srcId="{0DC7A063-583D-4B0F-88B2-BD54F95D95AF}" destId="{A4101AEA-D9B7-406F-8CA8-EB6CC900FF14}" srcOrd="14" destOrd="0" presId="urn:microsoft.com/office/officeart/2005/8/layout/hList9"/>
    <dgm:cxn modelId="{B9BE9D64-E0D3-4FE7-B5DC-C8B9D11E7067}" type="presParOf" srcId="{0DC7A063-583D-4B0F-88B2-BD54F95D95AF}" destId="{DD1E0351-0D09-4260-836A-71B02BF60676}" srcOrd="15" destOrd="0" presId="urn:microsoft.com/office/officeart/2005/8/layout/hList9"/>
    <dgm:cxn modelId="{02AE7F2C-6C0C-43A0-9AB6-A323B76C24B0}" type="presParOf" srcId="{0DC7A063-583D-4B0F-88B2-BD54F95D95AF}" destId="{2EB49BF0-DCD7-4275-8A8F-0CD83C2BAE4E}" srcOrd="16" destOrd="0" presId="urn:microsoft.com/office/officeart/2005/8/layout/hList9"/>
    <dgm:cxn modelId="{025836C3-2667-470B-A176-A7E4A166A8D8}" type="presParOf" srcId="{2EB49BF0-DCD7-4275-8A8F-0CD83C2BAE4E}" destId="{FC1DD4C0-5D40-4EEB-952F-FE5F6C693099}" srcOrd="0" destOrd="0" presId="urn:microsoft.com/office/officeart/2005/8/layout/hList9"/>
    <dgm:cxn modelId="{50CBE7F7-E810-487E-9D7B-E699135DDC90}" type="presParOf" srcId="{2EB49BF0-DCD7-4275-8A8F-0CD83C2BAE4E}" destId="{5176E6AB-D107-4714-B8B1-C657AA0362D4}" srcOrd="1" destOrd="0" presId="urn:microsoft.com/office/officeart/2005/8/layout/hList9"/>
    <dgm:cxn modelId="{B0C5F4C4-AE72-4E99-B61A-6140A674529C}" type="presParOf" srcId="{5176E6AB-D107-4714-B8B1-C657AA0362D4}" destId="{C1F19226-E171-4933-BA2F-F3AB7038C301}" srcOrd="0" destOrd="0" presId="urn:microsoft.com/office/officeart/2005/8/layout/hList9"/>
    <dgm:cxn modelId="{F67C8DCD-3815-41EB-9373-A70157292544}" type="presParOf" srcId="{5176E6AB-D107-4714-B8B1-C657AA0362D4}" destId="{CAB7603B-0E9A-48C0-A031-DCD4590D8F2A}" srcOrd="1" destOrd="0" presId="urn:microsoft.com/office/officeart/2005/8/layout/hList9"/>
    <dgm:cxn modelId="{E068FF09-ED4D-4AAC-A48B-F0D4E2332448}" type="presParOf" srcId="{2EB49BF0-DCD7-4275-8A8F-0CD83C2BAE4E}" destId="{3CF3A251-EA87-453D-82A3-C25B37CFB173}" srcOrd="2" destOrd="0" presId="urn:microsoft.com/office/officeart/2005/8/layout/hList9"/>
    <dgm:cxn modelId="{10F2BE89-8034-4C95-A700-E106F335521A}" type="presParOf" srcId="{3CF3A251-EA87-453D-82A3-C25B37CFB173}" destId="{F013BCCC-175D-47EB-BB40-008AA9BFF93C}" srcOrd="0" destOrd="0" presId="urn:microsoft.com/office/officeart/2005/8/layout/hList9"/>
    <dgm:cxn modelId="{B7FAC8AE-5412-492C-8315-12566AC369EB}" type="presParOf" srcId="{3CF3A251-EA87-453D-82A3-C25B37CFB173}" destId="{210D29AE-6F8D-4C46-8112-18AF17D8CD23}" srcOrd="1" destOrd="0" presId="urn:microsoft.com/office/officeart/2005/8/layout/hList9"/>
    <dgm:cxn modelId="{CEA1ACBF-1121-4D41-B90B-AA3701E1C747}" type="presParOf" srcId="{2EB49BF0-DCD7-4275-8A8F-0CD83C2BAE4E}" destId="{BB670AAF-2F44-4018-9516-F1DCF015D09B}" srcOrd="3" destOrd="0" presId="urn:microsoft.com/office/officeart/2005/8/layout/hList9"/>
    <dgm:cxn modelId="{397836C4-71EA-4A10-AE47-29D0A87F9AFB}" type="presParOf" srcId="{BB670AAF-2F44-4018-9516-F1DCF015D09B}" destId="{2E447C66-EB28-4EBC-9942-68E964C91CB6}" srcOrd="0" destOrd="0" presId="urn:microsoft.com/office/officeart/2005/8/layout/hList9"/>
    <dgm:cxn modelId="{5E1B7CF7-BCE8-45C3-B990-D1973BB54317}" type="presParOf" srcId="{BB670AAF-2F44-4018-9516-F1DCF015D09B}" destId="{7DF42A3A-22A7-414C-B84E-1F14B99AC416}" srcOrd="1" destOrd="0" presId="urn:microsoft.com/office/officeart/2005/8/layout/hList9"/>
    <dgm:cxn modelId="{575110B7-3EE5-4609-A124-2D3364BDF4DC}" type="presParOf" srcId="{2EB49BF0-DCD7-4275-8A8F-0CD83C2BAE4E}" destId="{47F42016-DE63-4B5E-98C7-686BFD441738}" srcOrd="4" destOrd="0" presId="urn:microsoft.com/office/officeart/2005/8/layout/hList9"/>
    <dgm:cxn modelId="{BB45B2F0-3A86-4F9C-B8FF-4B624385FD8F}" type="presParOf" srcId="{47F42016-DE63-4B5E-98C7-686BFD441738}" destId="{F2A9C5CA-23F2-45CC-8C35-9676AD1B9D5A}" srcOrd="0" destOrd="0" presId="urn:microsoft.com/office/officeart/2005/8/layout/hList9"/>
    <dgm:cxn modelId="{C8ECEEAF-E6BE-4169-A4A7-D9E5E0D99FB2}" type="presParOf" srcId="{47F42016-DE63-4B5E-98C7-686BFD441738}" destId="{7C0D7CEE-B755-4FC2-8B2E-905A3D94C71B}" srcOrd="1" destOrd="0" presId="urn:microsoft.com/office/officeart/2005/8/layout/hList9"/>
    <dgm:cxn modelId="{9D92699B-D164-4C3E-8195-5467ECBA5FDF}" type="presParOf" srcId="{2EB49BF0-DCD7-4275-8A8F-0CD83C2BAE4E}" destId="{74A7A3ED-4819-4997-94CE-DCA17C9EC51D}" srcOrd="5" destOrd="0" presId="urn:microsoft.com/office/officeart/2005/8/layout/hList9"/>
    <dgm:cxn modelId="{8975BAC1-BF37-4B42-8C70-442297E121AC}" type="presParOf" srcId="{74A7A3ED-4819-4997-94CE-DCA17C9EC51D}" destId="{69373249-1CA5-43C2-9B52-BA36A7C69C11}" srcOrd="0" destOrd="0" presId="urn:microsoft.com/office/officeart/2005/8/layout/hList9"/>
    <dgm:cxn modelId="{74F4157A-BD6E-46CA-973D-4A6DBA2D500B}" type="presParOf" srcId="{74A7A3ED-4819-4997-94CE-DCA17C9EC51D}" destId="{102DE0C6-D8E3-4620-89A1-AD26870A8E7B}" srcOrd="1" destOrd="0" presId="urn:microsoft.com/office/officeart/2005/8/layout/hList9"/>
    <dgm:cxn modelId="{E9027988-BE22-4FED-A957-6660B59CC217}" type="presParOf" srcId="{0DC7A063-583D-4B0F-88B2-BD54F95D95AF}" destId="{1ACD62BD-37A9-44BB-8A73-3D533D0318E3}" srcOrd="17" destOrd="0" presId="urn:microsoft.com/office/officeart/2005/8/layout/hList9"/>
    <dgm:cxn modelId="{ACF71687-0DCC-48A5-A347-D98399CEE124}" type="presParOf" srcId="{0DC7A063-583D-4B0F-88B2-BD54F95D95AF}" destId="{69226676-7B84-4407-B251-53F22C063F6E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8AC4B-4CEC-41E5-AE19-47A4E2720563}">
      <dsp:nvSpPr>
        <dsp:cNvPr id="0" name=""/>
        <dsp:cNvSpPr/>
      </dsp:nvSpPr>
      <dsp:spPr>
        <a:xfrm>
          <a:off x="565310" y="581081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</a:t>
          </a:r>
        </a:p>
      </dsp:txBody>
      <dsp:txXfrm>
        <a:off x="743118" y="581081"/>
        <a:ext cx="933491" cy="741236"/>
      </dsp:txXfrm>
    </dsp:sp>
    <dsp:sp modelId="{59179C9B-8BA4-4AC7-ACB1-A12DE00142E2}">
      <dsp:nvSpPr>
        <dsp:cNvPr id="0" name=""/>
        <dsp:cNvSpPr/>
      </dsp:nvSpPr>
      <dsp:spPr>
        <a:xfrm>
          <a:off x="589464" y="1322318"/>
          <a:ext cx="1062991" cy="7960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Improve Data Quality</a:t>
          </a:r>
        </a:p>
      </dsp:txBody>
      <dsp:txXfrm>
        <a:off x="759543" y="1322318"/>
        <a:ext cx="892912" cy="796043"/>
      </dsp:txXfrm>
    </dsp:sp>
    <dsp:sp modelId="{1877502C-A892-4DC0-ADA6-FA065097BB90}">
      <dsp:nvSpPr>
        <dsp:cNvPr id="0" name=""/>
        <dsp:cNvSpPr/>
      </dsp:nvSpPr>
      <dsp:spPr>
        <a:xfrm>
          <a:off x="565310" y="2118361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Improve Business Intelligence</a:t>
          </a:r>
        </a:p>
      </dsp:txBody>
      <dsp:txXfrm>
        <a:off x="743118" y="2118361"/>
        <a:ext cx="933491" cy="741236"/>
      </dsp:txXfrm>
    </dsp:sp>
    <dsp:sp modelId="{51F68A05-A560-4C6F-BC90-521AEF3B0907}">
      <dsp:nvSpPr>
        <dsp:cNvPr id="0" name=""/>
        <dsp:cNvSpPr/>
      </dsp:nvSpPr>
      <dsp:spPr>
        <a:xfrm>
          <a:off x="565310" y="2859598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Operational Efficiency</a:t>
          </a:r>
        </a:p>
      </dsp:txBody>
      <dsp:txXfrm>
        <a:off x="743118" y="2859598"/>
        <a:ext cx="933491" cy="741236"/>
      </dsp:txXfrm>
    </dsp:sp>
    <dsp:sp modelId="{FC7ED273-8CFD-43C2-9C05-44FADF3E0637}">
      <dsp:nvSpPr>
        <dsp:cNvPr id="0" name=""/>
        <dsp:cNvSpPr/>
      </dsp:nvSpPr>
      <dsp:spPr>
        <a:xfrm>
          <a:off x="-27382" y="284734"/>
          <a:ext cx="1712697" cy="10670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STRENGTHS</a:t>
          </a:r>
        </a:p>
      </dsp:txBody>
      <dsp:txXfrm>
        <a:off x="223437" y="441007"/>
        <a:ext cx="1211059" cy="754553"/>
      </dsp:txXfrm>
    </dsp:sp>
    <dsp:sp modelId="{794955AD-1927-49A0-84E8-2CCDC252516A}">
      <dsp:nvSpPr>
        <dsp:cNvPr id="0" name=""/>
        <dsp:cNvSpPr/>
      </dsp:nvSpPr>
      <dsp:spPr>
        <a:xfrm>
          <a:off x="3389308" y="581081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Task</a:t>
          </a:r>
        </a:p>
      </dsp:txBody>
      <dsp:txXfrm>
        <a:off x="3567116" y="581081"/>
        <a:ext cx="933491" cy="741236"/>
      </dsp:txXfrm>
    </dsp:sp>
    <dsp:sp modelId="{FBDD7FE6-0F8B-44A0-AE0C-3B2AD3CC07AD}">
      <dsp:nvSpPr>
        <dsp:cNvPr id="0" name=""/>
        <dsp:cNvSpPr/>
      </dsp:nvSpPr>
      <dsp:spPr>
        <a:xfrm>
          <a:off x="3389308" y="1322318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Project Cost vs Service income</a:t>
          </a:r>
        </a:p>
      </dsp:txBody>
      <dsp:txXfrm>
        <a:off x="3567116" y="1322318"/>
        <a:ext cx="933491" cy="741236"/>
      </dsp:txXfrm>
    </dsp:sp>
    <dsp:sp modelId="{D11A74E1-5FCB-4366-9790-51977417C95D}">
      <dsp:nvSpPr>
        <dsp:cNvPr id="0" name=""/>
        <dsp:cNvSpPr/>
      </dsp:nvSpPr>
      <dsp:spPr>
        <a:xfrm>
          <a:off x="3389308" y="2063554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Business Disruption</a:t>
          </a:r>
        </a:p>
      </dsp:txBody>
      <dsp:txXfrm>
        <a:off x="3567116" y="2063554"/>
        <a:ext cx="933491" cy="741236"/>
      </dsp:txXfrm>
    </dsp:sp>
    <dsp:sp modelId="{625F3147-9BFE-46B2-818C-46F1484E6B6A}">
      <dsp:nvSpPr>
        <dsp:cNvPr id="0" name=""/>
        <dsp:cNvSpPr/>
      </dsp:nvSpPr>
      <dsp:spPr>
        <a:xfrm>
          <a:off x="3378550" y="2826302"/>
          <a:ext cx="1111299" cy="103116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Decision Making – Agreement Reaching – Time taken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3556358" y="2826302"/>
        <a:ext cx="933491" cy="1031164"/>
      </dsp:txXfrm>
    </dsp:sp>
    <dsp:sp modelId="{CBDBED7C-E4C8-4363-B2F1-5441894E4EFB}">
      <dsp:nvSpPr>
        <dsp:cNvPr id="0" name=""/>
        <dsp:cNvSpPr/>
      </dsp:nvSpPr>
      <dsp:spPr>
        <a:xfrm>
          <a:off x="2283005" y="295506"/>
          <a:ext cx="1444170" cy="112672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Weakness</a:t>
          </a:r>
        </a:p>
      </dsp:txBody>
      <dsp:txXfrm>
        <a:off x="2494499" y="460511"/>
        <a:ext cx="1021182" cy="796714"/>
      </dsp:txXfrm>
    </dsp:sp>
    <dsp:sp modelId="{72AC9EAC-BCD0-4A2D-8612-F09D47148D71}">
      <dsp:nvSpPr>
        <dsp:cNvPr id="0" name=""/>
        <dsp:cNvSpPr/>
      </dsp:nvSpPr>
      <dsp:spPr>
        <a:xfrm>
          <a:off x="5707548" y="610500"/>
          <a:ext cx="1170898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Task</a:t>
          </a:r>
          <a:endParaRPr lang="en-GB" sz="1200" kern="1200"/>
        </a:p>
      </dsp:txBody>
      <dsp:txXfrm>
        <a:off x="5894892" y="610500"/>
        <a:ext cx="983554" cy="741236"/>
      </dsp:txXfrm>
    </dsp:sp>
    <dsp:sp modelId="{EAD1BD7D-225C-48A4-90CC-92464D1A0043}">
      <dsp:nvSpPr>
        <dsp:cNvPr id="0" name=""/>
        <dsp:cNvSpPr/>
      </dsp:nvSpPr>
      <dsp:spPr>
        <a:xfrm>
          <a:off x="5747804" y="1320657"/>
          <a:ext cx="1221481" cy="7585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Improve Analytics – Business opportunities</a:t>
          </a:r>
        </a:p>
      </dsp:txBody>
      <dsp:txXfrm>
        <a:off x="5943241" y="1320657"/>
        <a:ext cx="1026044" cy="758574"/>
      </dsp:txXfrm>
    </dsp:sp>
    <dsp:sp modelId="{AC6AA3B2-F7BD-4DBC-8658-A0E24F8CAED5}">
      <dsp:nvSpPr>
        <dsp:cNvPr id="0" name=""/>
        <dsp:cNvSpPr/>
      </dsp:nvSpPr>
      <dsp:spPr>
        <a:xfrm>
          <a:off x="5578457" y="2067275"/>
          <a:ext cx="1170898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Process Standardization = Reuse</a:t>
          </a:r>
        </a:p>
      </dsp:txBody>
      <dsp:txXfrm>
        <a:off x="5765800" y="2067275"/>
        <a:ext cx="983554" cy="741236"/>
      </dsp:txXfrm>
    </dsp:sp>
    <dsp:sp modelId="{BEBE39A4-D286-45BE-8C26-99DDC2614E7C}">
      <dsp:nvSpPr>
        <dsp:cNvPr id="0" name=""/>
        <dsp:cNvSpPr/>
      </dsp:nvSpPr>
      <dsp:spPr>
        <a:xfrm>
          <a:off x="5719181" y="2797757"/>
          <a:ext cx="1233693" cy="707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Long Term Data Gov Improvement</a:t>
          </a:r>
          <a:endParaRPr lang="en-US" sz="1000" kern="1200" dirty="0"/>
        </a:p>
      </dsp:txBody>
      <dsp:txXfrm>
        <a:off x="5916572" y="2797757"/>
        <a:ext cx="1036302" cy="707199"/>
      </dsp:txXfrm>
    </dsp:sp>
    <dsp:sp modelId="{38BDFE91-DC84-4E35-8A15-4802AA0AF531}">
      <dsp:nvSpPr>
        <dsp:cNvPr id="0" name=""/>
        <dsp:cNvSpPr/>
      </dsp:nvSpPr>
      <dsp:spPr>
        <a:xfrm>
          <a:off x="4893525" y="111668"/>
          <a:ext cx="1719810" cy="122912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Opportunity</a:t>
          </a:r>
        </a:p>
      </dsp:txBody>
      <dsp:txXfrm>
        <a:off x="5145385" y="291669"/>
        <a:ext cx="1216090" cy="869125"/>
      </dsp:txXfrm>
    </dsp:sp>
    <dsp:sp modelId="{C1F19226-E171-4933-BA2F-F3AB7038C301}">
      <dsp:nvSpPr>
        <dsp:cNvPr id="0" name=""/>
        <dsp:cNvSpPr/>
      </dsp:nvSpPr>
      <dsp:spPr>
        <a:xfrm>
          <a:off x="8521330" y="570896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8699137" y="570896"/>
        <a:ext cx="933491" cy="741236"/>
      </dsp:txXfrm>
    </dsp:sp>
    <dsp:sp modelId="{F013BCCC-175D-47EB-BB40-008AA9BFF93C}">
      <dsp:nvSpPr>
        <dsp:cNvPr id="0" name=""/>
        <dsp:cNvSpPr/>
      </dsp:nvSpPr>
      <dsp:spPr>
        <a:xfrm>
          <a:off x="8521330" y="1312133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Security Risks</a:t>
          </a:r>
        </a:p>
      </dsp:txBody>
      <dsp:txXfrm>
        <a:off x="8699137" y="1312133"/>
        <a:ext cx="933491" cy="741236"/>
      </dsp:txXfrm>
    </dsp:sp>
    <dsp:sp modelId="{2E447C66-EB28-4EBC-9942-68E964C91CB6}">
      <dsp:nvSpPr>
        <dsp:cNvPr id="0" name=""/>
        <dsp:cNvSpPr/>
      </dsp:nvSpPr>
      <dsp:spPr>
        <a:xfrm>
          <a:off x="8521330" y="2053370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Scope Creep</a:t>
          </a:r>
        </a:p>
      </dsp:txBody>
      <dsp:txXfrm>
        <a:off x="8699137" y="2053370"/>
        <a:ext cx="933491" cy="741236"/>
      </dsp:txXfrm>
    </dsp:sp>
    <dsp:sp modelId="{F2A9C5CA-23F2-45CC-8C35-9676AD1B9D5A}">
      <dsp:nvSpPr>
        <dsp:cNvPr id="0" name=""/>
        <dsp:cNvSpPr/>
      </dsp:nvSpPr>
      <dsp:spPr>
        <a:xfrm>
          <a:off x="8521330" y="2794607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Stakeholder Resistance</a:t>
          </a:r>
        </a:p>
      </dsp:txBody>
      <dsp:txXfrm>
        <a:off x="8699137" y="2794607"/>
        <a:ext cx="933491" cy="741236"/>
      </dsp:txXfrm>
    </dsp:sp>
    <dsp:sp modelId="{69373249-1CA5-43C2-9B52-BA36A7C69C11}">
      <dsp:nvSpPr>
        <dsp:cNvPr id="0" name=""/>
        <dsp:cNvSpPr/>
      </dsp:nvSpPr>
      <dsp:spPr>
        <a:xfrm>
          <a:off x="8521330" y="3535843"/>
          <a:ext cx="1111299" cy="7412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Upkeep Cost</a:t>
          </a:r>
        </a:p>
      </dsp:txBody>
      <dsp:txXfrm>
        <a:off x="8699137" y="3535843"/>
        <a:ext cx="933491" cy="741236"/>
      </dsp:txXfrm>
    </dsp:sp>
    <dsp:sp modelId="{69226676-7B84-4407-B251-53F22C063F6E}">
      <dsp:nvSpPr>
        <dsp:cNvPr id="0" name=""/>
        <dsp:cNvSpPr/>
      </dsp:nvSpPr>
      <dsp:spPr>
        <a:xfrm>
          <a:off x="7482015" y="244364"/>
          <a:ext cx="1447978" cy="106051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Threats</a:t>
          </a:r>
        </a:p>
      </dsp:txBody>
      <dsp:txXfrm>
        <a:off x="7694066" y="399673"/>
        <a:ext cx="1023876" cy="749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5/8/2026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5/8/2026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learn.microsoft.com/en-us/azure/devops/pipelines/ecosystems/python?view=azure-devop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Library System DATA maintenance and IMPROVEMENT project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04900" y="5023821"/>
            <a:ext cx="5734050" cy="443528"/>
          </a:xfrm>
        </p:spPr>
        <p:txBody>
          <a:bodyPr/>
          <a:lstStyle/>
          <a:p>
            <a:r>
              <a:rPr lang="en-US" dirty="0"/>
              <a:t>QA Data Engineering Apprenticeship Module 5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C359-003C-417D-AB73-8E0327BA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Brief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C738-9DE6-4843-8475-45F5855E5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presentation for the library client with a proposed solution. You must  include:</a:t>
            </a:r>
          </a:p>
          <a:p>
            <a:r>
              <a:rPr lang="en-US" dirty="0"/>
              <a:t>An Architecture Diagram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A </a:t>
            </a:r>
            <a:r>
              <a:rPr lang="en-US" dirty="0" err="1"/>
              <a:t>PowerBI</a:t>
            </a:r>
            <a:r>
              <a:rPr lang="en-US" dirty="0"/>
              <a:t> dashboard to track the pipeline runs along with 3 Data Engineering metrics (this can be manual for today).</a:t>
            </a:r>
          </a:p>
          <a:p>
            <a:r>
              <a:rPr lang="en-US" dirty="0"/>
              <a:t>Demo (if novel)</a:t>
            </a:r>
          </a:p>
          <a:p>
            <a:r>
              <a:rPr lang="en-US" dirty="0"/>
              <a:t>Risks &amp; Issues</a:t>
            </a:r>
          </a:p>
          <a:p>
            <a:r>
              <a:rPr lang="en-US" dirty="0"/>
              <a:t>SWAT Analysis</a:t>
            </a:r>
          </a:p>
          <a:p>
            <a:r>
              <a:rPr lang="en-US" dirty="0"/>
              <a:t>Stretch: Demo/Test Docker Swarm and explain how this would fit into the above.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85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Maintenance and Improvement PROJECT GOALS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to carry out Periodic Cleansing Tasks for the Library System Data</a:t>
            </a:r>
          </a:p>
          <a:p>
            <a:r>
              <a:rPr lang="en-US" dirty="0"/>
              <a:t>Validate and Correct Dirty Data – to improve data quality</a:t>
            </a:r>
          </a:p>
          <a:p>
            <a:r>
              <a:rPr lang="en-US" dirty="0"/>
              <a:t>Carry out Business Intelligence Derivations and Transforms on the data - to improve data business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and Data Validation Rules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Placeholder 4" descr="Close-up of books on shelves with more books blurred in foreground and background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5" r="3155"/>
          <a:stretch>
            <a:fillRect/>
          </a:stretch>
        </p:blipFill>
        <p:spPr>
          <a:xfrm>
            <a:off x="9737299" y="4623207"/>
            <a:ext cx="1758703" cy="177759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4F3B54-0BF8-4601-842F-91D04C7B1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349" y="1371599"/>
            <a:ext cx="72485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 - Tools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A582B-3D6C-4E78-8606-C20830FBB569}"/>
              </a:ext>
            </a:extLst>
          </p:cNvPr>
          <p:cNvSpPr txBox="1"/>
          <p:nvPr/>
        </p:nvSpPr>
        <p:spPr>
          <a:xfrm>
            <a:off x="932778" y="1523450"/>
            <a:ext cx="16997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PYTHON SCRIPTS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C4B32-3481-4FCC-B86B-5F6AFFE21D5A}"/>
              </a:ext>
            </a:extLst>
          </p:cNvPr>
          <p:cNvSpPr txBox="1"/>
          <p:nvPr/>
        </p:nvSpPr>
        <p:spPr>
          <a:xfrm>
            <a:off x="3300814" y="2063091"/>
            <a:ext cx="16997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VISUAL CODE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4BF8F-74C5-4E3F-A6FC-28EDAF8E745E}"/>
              </a:ext>
            </a:extLst>
          </p:cNvPr>
          <p:cNvSpPr txBox="1"/>
          <p:nvPr/>
        </p:nvSpPr>
        <p:spPr>
          <a:xfrm>
            <a:off x="833483" y="3714412"/>
            <a:ext cx="16997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DOCKER CONTAINERS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7A153D-E1B7-4493-9119-F920DE9BB5B5}"/>
              </a:ext>
            </a:extLst>
          </p:cNvPr>
          <p:cNvSpPr txBox="1"/>
          <p:nvPr/>
        </p:nvSpPr>
        <p:spPr>
          <a:xfrm>
            <a:off x="3405810" y="2650734"/>
            <a:ext cx="16997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UNIT TESTING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CD137A-9436-459C-8BE6-F9DB7F41EDAD}"/>
              </a:ext>
            </a:extLst>
          </p:cNvPr>
          <p:cNvSpPr txBox="1"/>
          <p:nvPr/>
        </p:nvSpPr>
        <p:spPr>
          <a:xfrm>
            <a:off x="879852" y="2558401"/>
            <a:ext cx="169970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SQL LITE DATABASE - Logging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0ACF97-E4DA-4EB1-93AE-0BBD6D96AD18}"/>
              </a:ext>
            </a:extLst>
          </p:cNvPr>
          <p:cNvSpPr txBox="1"/>
          <p:nvPr/>
        </p:nvSpPr>
        <p:spPr>
          <a:xfrm>
            <a:off x="3560049" y="3258234"/>
            <a:ext cx="16997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CI – Manual Trigger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E5E70A-14BB-47B3-BE3F-E93D3D6E0442}"/>
              </a:ext>
            </a:extLst>
          </p:cNvPr>
          <p:cNvSpPr txBox="1"/>
          <p:nvPr/>
        </p:nvSpPr>
        <p:spPr>
          <a:xfrm>
            <a:off x="5105518" y="1583066"/>
            <a:ext cx="127053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CD– </a:t>
            </a:r>
            <a:r>
              <a:rPr lang="en-US" dirty="0"/>
              <a:t>AUTO Trigger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B219E8-6E8A-48EA-A06B-B9FB05AA8098}"/>
              </a:ext>
            </a:extLst>
          </p:cNvPr>
          <p:cNvSpPr txBox="1"/>
          <p:nvPr/>
        </p:nvSpPr>
        <p:spPr>
          <a:xfrm>
            <a:off x="6191766" y="2520070"/>
            <a:ext cx="169970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AZ </a:t>
            </a:r>
            <a:r>
              <a:rPr lang="en-US" dirty="0" err="1"/>
              <a:t>DevOPs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YAML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hlinkClick r:id="rId2"/>
              </a:rPr>
              <a:t>Build and publish a Python app - Azure Pipelines | Microsoft Learn</a:t>
            </a:r>
            <a:endParaRPr lang="en-US" sz="900" dirty="0"/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206BB3-9286-4036-A06E-E0EE4B58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944" y="1581119"/>
            <a:ext cx="3816885" cy="40784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AA32A8-ED5B-4CA0-82D0-D0856D555F08}"/>
              </a:ext>
            </a:extLst>
          </p:cNvPr>
          <p:cNvSpPr txBox="1"/>
          <p:nvPr/>
        </p:nvSpPr>
        <p:spPr>
          <a:xfrm>
            <a:off x="853884" y="4588246"/>
            <a:ext cx="16997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POWER BI VIZ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F118AB-3D88-4CD3-859B-97D6293FB280}"/>
              </a:ext>
            </a:extLst>
          </p:cNvPr>
          <p:cNvSpPr txBox="1"/>
          <p:nvPr/>
        </p:nvSpPr>
        <p:spPr>
          <a:xfrm>
            <a:off x="801947" y="5334550"/>
            <a:ext cx="16997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TEAM COLAB - SLACK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A87AB06-A5EA-4507-9265-22FE6018E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91" y="5071993"/>
            <a:ext cx="2461086" cy="1709807"/>
          </a:xfrm>
          <a:prstGeom prst="rect">
            <a:avLst/>
          </a:prstGeom>
        </p:spPr>
      </p:pic>
      <p:pic>
        <p:nvPicPr>
          <p:cNvPr id="1026" name="Picture 2" descr="Python Logo, Icon, Sign, Emblem, Badge PNG">
            <a:extLst>
              <a:ext uri="{FF2B5EF4-FFF2-40B4-BE49-F238E27FC236}">
                <a16:creationId xmlns:a16="http://schemas.microsoft.com/office/drawing/2014/main" id="{6798856E-3161-4484-B9D5-80816867E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388" y="1275650"/>
            <a:ext cx="960195" cy="96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ite - Free vector icons on creazilla.com">
            <a:extLst>
              <a:ext uri="{FF2B5EF4-FFF2-40B4-BE49-F238E27FC236}">
                <a16:creationId xmlns:a16="http://schemas.microsoft.com/office/drawing/2014/main" id="{5F3EBFD7-8C51-49BB-8E03-A90E9A877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267" y="2439997"/>
            <a:ext cx="822722" cy="109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AutoShape 10" descr="&quot;Docker Logo&quot; Sticker by awildanon | Redbubble">
            <a:extLst>
              <a:ext uri="{FF2B5EF4-FFF2-40B4-BE49-F238E27FC236}">
                <a16:creationId xmlns:a16="http://schemas.microsoft.com/office/drawing/2014/main" id="{1338152A-B0C5-4F8D-99DC-7C6E294EF7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405008-D094-4B87-937A-E3991160F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2145" y="3655363"/>
            <a:ext cx="888155" cy="848535"/>
          </a:xfrm>
          <a:prstGeom prst="rect">
            <a:avLst/>
          </a:prstGeom>
        </p:spPr>
      </p:pic>
      <p:pic>
        <p:nvPicPr>
          <p:cNvPr id="1040" name="Picture 16" descr="Azure DevOps Logo, symbol, meaning, history, PNG, brand">
            <a:extLst>
              <a:ext uri="{FF2B5EF4-FFF2-40B4-BE49-F238E27FC236}">
                <a16:creationId xmlns:a16="http://schemas.microsoft.com/office/drawing/2014/main" id="{10B37E86-8A46-40FC-B758-77DF2DD9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882" y="1516667"/>
            <a:ext cx="1641476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21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 - Pipeline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C8D7E86-445F-4651-B0DA-00980D3CC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186" y="1643230"/>
            <a:ext cx="2489279" cy="4572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EE54B7-9BE8-4440-B4C4-703AE648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576" y="2166113"/>
            <a:ext cx="5658640" cy="2181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1ED9F-6CC3-4D05-93EB-1A099990F5AE}"/>
              </a:ext>
            </a:extLst>
          </p:cNvPr>
          <p:cNvSpPr txBox="1"/>
          <p:nvPr/>
        </p:nvSpPr>
        <p:spPr>
          <a:xfrm>
            <a:off x="4399878" y="1839558"/>
            <a:ext cx="774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YAML File for AZ Dev Ops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194F8F-B1F9-4ABE-8BF1-8A92299C2E99}"/>
              </a:ext>
            </a:extLst>
          </p:cNvPr>
          <p:cNvSpPr txBox="1"/>
          <p:nvPr/>
        </p:nvSpPr>
        <p:spPr>
          <a:xfrm>
            <a:off x="6472493" y="5148470"/>
            <a:ext cx="2489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Timeline</a:t>
            </a:r>
          </a:p>
          <a:p>
            <a:r>
              <a:rPr lang="en-US" dirty="0"/>
              <a:t>Phase 1 - MVP</a:t>
            </a:r>
          </a:p>
          <a:p>
            <a:r>
              <a:rPr lang="en-US" dirty="0"/>
              <a:t>Phase 2 – V1.1</a:t>
            </a:r>
          </a:p>
          <a:p>
            <a:r>
              <a:rPr lang="en-US" dirty="0"/>
              <a:t>Phase 3 –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6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PowerBI</a:t>
            </a:r>
            <a:r>
              <a:rPr lang="en-US" dirty="0"/>
              <a:t> dashboard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79946AF-BF3C-411E-8548-FF4F468C7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1513" y="1614431"/>
            <a:ext cx="5046195" cy="238012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0B299-4836-49DD-BFD0-E3C1261D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66" y="1493065"/>
            <a:ext cx="5117396" cy="2692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5F6B3-9C53-43DB-8FBF-A1E74DB94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04" y="4185408"/>
            <a:ext cx="4980730" cy="2144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EE8DFF-DA59-453B-BB40-5E666020F2D9}"/>
              </a:ext>
            </a:extLst>
          </p:cNvPr>
          <p:cNvSpPr txBox="1"/>
          <p:nvPr/>
        </p:nvSpPr>
        <p:spPr>
          <a:xfrm>
            <a:off x="1985010" y="3905146"/>
            <a:ext cx="2026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Intelligence – Business Value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D2EB8-D89E-4CE5-8CBF-BA2914132906}"/>
              </a:ext>
            </a:extLst>
          </p:cNvPr>
          <p:cNvSpPr txBox="1"/>
          <p:nvPr/>
        </p:nvSpPr>
        <p:spPr>
          <a:xfrm>
            <a:off x="7680713" y="1423583"/>
            <a:ext cx="2026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Quality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57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SWAT</a:t>
            </a:r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621788"/>
              </p:ext>
            </p:extLst>
          </p:nvPr>
        </p:nvGraphicFramePr>
        <p:xfrm>
          <a:off x="1104900" y="1600200"/>
          <a:ext cx="998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Issues</a:t>
            </a: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2509449"/>
              </p:ext>
            </p:extLst>
          </p:nvPr>
        </p:nvGraphicFramePr>
        <p:xfrm>
          <a:off x="1104900" y="1621714"/>
          <a:ext cx="7576521" cy="447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527">
                  <a:extLst>
                    <a:ext uri="{9D8B030D-6E8A-4147-A177-3AD203B41FA5}">
                      <a16:colId xmlns:a16="http://schemas.microsoft.com/office/drawing/2014/main" val="3081029502"/>
                    </a:ext>
                  </a:extLst>
                </a:gridCol>
                <a:gridCol w="2155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5210">
                  <a:extLst>
                    <a:ext uri="{9D8B030D-6E8A-4147-A177-3AD203B41FA5}">
                      <a16:colId xmlns:a16="http://schemas.microsoft.com/office/drawing/2014/main" val="2254064161"/>
                    </a:ext>
                  </a:extLst>
                </a:gridCol>
              </a:tblGrid>
              <a:tr h="1261142">
                <a:tc>
                  <a:txBody>
                    <a:bodyPr/>
                    <a:lstStyle/>
                    <a:p>
                      <a:r>
                        <a:rPr lang="en-US" dirty="0"/>
                        <a:t>RI ID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 TYPE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 TYPE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4">
                <a:tc>
                  <a:txBody>
                    <a:bodyPr/>
                    <a:lstStyle/>
                    <a:p>
                      <a:r>
                        <a:rPr lang="en-US" dirty="0"/>
                        <a:t>RI</a:t>
                      </a:r>
                      <a:r>
                        <a:rPr dirty="0"/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Loss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Volume of Data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620">
                <a:tc>
                  <a:txBody>
                    <a:bodyPr/>
                    <a:lstStyle/>
                    <a:p>
                      <a:r>
                        <a:rPr lang="en-US" dirty="0"/>
                        <a:t>RI</a:t>
                      </a:r>
                      <a:r>
                        <a:rPr baseline="0" dirty="0"/>
                        <a:t> 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Compliance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 Quality Data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620">
                <a:tc>
                  <a:txBody>
                    <a:bodyPr/>
                    <a:lstStyle/>
                    <a:p>
                      <a:r>
                        <a:rPr lang="en-US" dirty="0"/>
                        <a:t>RI 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Project Overrun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Anomalies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620">
                <a:tc>
                  <a:txBody>
                    <a:bodyPr/>
                    <a:lstStyle/>
                    <a:p>
                      <a:r>
                        <a:rPr lang="en-US" dirty="0"/>
                        <a:t>RI4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 Cleaning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117335"/>
                  </a:ext>
                </a:extLst>
              </a:tr>
              <a:tr h="388044">
                <a:tc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3309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1509E1-F187-41D4-AF82-0E51FB6E5A20}"/>
              </a:ext>
            </a:extLst>
          </p:cNvPr>
          <p:cNvSpPr txBox="1"/>
          <p:nvPr/>
        </p:nvSpPr>
        <p:spPr>
          <a:xfrm>
            <a:off x="9746428" y="2635624"/>
            <a:ext cx="176425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FF48C-BC8B-41B4-8F4D-515BA10FFA17}"/>
              </a:ext>
            </a:extLst>
          </p:cNvPr>
          <p:cNvSpPr txBox="1"/>
          <p:nvPr/>
        </p:nvSpPr>
        <p:spPr>
          <a:xfrm>
            <a:off x="9671124" y="4582757"/>
            <a:ext cx="176425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Compliance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D3D9B-97AA-4637-8582-7B40D37274A9}"/>
              </a:ext>
            </a:extLst>
          </p:cNvPr>
          <p:cNvSpPr txBox="1"/>
          <p:nvPr/>
        </p:nvSpPr>
        <p:spPr>
          <a:xfrm>
            <a:off x="9961580" y="1699708"/>
            <a:ext cx="11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TYPES: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261B7-F682-40B9-A4B9-2A922423EF7C}"/>
              </a:ext>
            </a:extLst>
          </p:cNvPr>
          <p:cNvSpPr txBox="1"/>
          <p:nvPr/>
        </p:nvSpPr>
        <p:spPr>
          <a:xfrm>
            <a:off x="2205318" y="2130014"/>
            <a:ext cx="23666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Capture Pre and Post Cleanse Data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Tidy Up Repos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</a:t>
            </a:r>
          </a:p>
          <a:p>
            <a:endParaRPr lang="en-US" dirty="0"/>
          </a:p>
          <a:p>
            <a:r>
              <a:rPr lang="en-US" dirty="0"/>
              <a:t>Study Extension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Swarm, Orchestration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230</TotalTime>
  <Words>369</Words>
  <Application>Microsoft Office PowerPoint</Application>
  <PresentationFormat>Widescreen</PresentationFormat>
  <Paragraphs>102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Euphemia</vt:lpstr>
      <vt:lpstr>Plantagenet Cherokee</vt:lpstr>
      <vt:lpstr>Wingdings</vt:lpstr>
      <vt:lpstr>Academic Literature 16x9</vt:lpstr>
      <vt:lpstr>Library System DATA maintenance and IMPROVEMENT project</vt:lpstr>
      <vt:lpstr>Presentation Brief</vt:lpstr>
      <vt:lpstr>Data Maintenance and Improvement PROJECT GOALS</vt:lpstr>
      <vt:lpstr>Workflow and Data Validation Rules</vt:lpstr>
      <vt:lpstr>Proposed Solution - Tools</vt:lpstr>
      <vt:lpstr>Proposed Solution - Pipeline</vt:lpstr>
      <vt:lpstr>PowerBI dashboard</vt:lpstr>
      <vt:lpstr>SWAT</vt:lpstr>
      <vt:lpstr>Risks and Issues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Admin</dc:creator>
  <cp:lastModifiedBy>Admin</cp:lastModifiedBy>
  <cp:revision>22</cp:revision>
  <dcterms:created xsi:type="dcterms:W3CDTF">2026-05-08T09:20:20Z</dcterms:created>
  <dcterms:modified xsi:type="dcterms:W3CDTF">2026-05-08T14:37:09Z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